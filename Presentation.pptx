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71" r:id="rId2"/>
    <p:sldId id="257" r:id="rId3"/>
    <p:sldId id="258" r:id="rId4"/>
    <p:sldId id="259" r:id="rId5"/>
    <p:sldId id="260" r:id="rId6"/>
    <p:sldId id="267" r:id="rId7"/>
    <p:sldId id="269" r:id="rId8"/>
    <p:sldId id="274" r:id="rId9"/>
    <p:sldId id="261" r:id="rId10"/>
    <p:sldId id="268" r:id="rId11"/>
    <p:sldId id="262" r:id="rId12"/>
    <p:sldId id="263" r:id="rId13"/>
    <p:sldId id="264" r:id="rId14"/>
    <p:sldId id="270" r:id="rId15"/>
    <p:sldId id="272" r:id="rId16"/>
    <p:sldId id="265" r:id="rId17"/>
    <p:sldId id="266" r:id="rId1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FEB32A-EDD8-4945-8CC0-CFCF0D20ABA8}" v="164" dt="2026-09-18T07:18:34.448"/>
    <p1510:client id="{E6840CC7-E997-4998-B99A-D84146AB724A}" v="690" dt="2026-09-18T07:20:07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gard Stangnes" userId="652e82eb-64a0-4570-8bb9-436d2f76eeb2" providerId="ADAL" clId="{95E9D99E-C646-452C-817B-EE3B1F6D9F58}"/>
    <pc:docChg chg="undo custSel addSld delSld modSld">
      <pc:chgData name="Vegard Stangnes" userId="652e82eb-64a0-4570-8bb9-436d2f76eeb2" providerId="ADAL" clId="{95E9D99E-C646-452C-817B-EE3B1F6D9F58}" dt="2026-09-18T07:20:07.600" v="913" actId="2696"/>
      <pc:docMkLst>
        <pc:docMk/>
      </pc:docMkLst>
      <pc:sldChg chg="addSp delSp modSp mod addAnim delAnim modAnim">
        <pc:chgData name="Vegard Stangnes" userId="652e82eb-64a0-4570-8bb9-436d2f76eeb2" providerId="ADAL" clId="{95E9D99E-C646-452C-817B-EE3B1F6D9F58}" dt="2026-09-16T13:33:39.085" v="226" actId="20577"/>
        <pc:sldMkLst>
          <pc:docMk/>
          <pc:sldMk cId="2357317345" sldId="269"/>
        </pc:sldMkLst>
        <pc:spChg chg="mod">
          <ac:chgData name="Vegard Stangnes" userId="652e82eb-64a0-4570-8bb9-436d2f76eeb2" providerId="ADAL" clId="{95E9D99E-C646-452C-817B-EE3B1F6D9F58}" dt="2026-09-15T13:34:01.004" v="223" actId="20577"/>
          <ac:spMkLst>
            <pc:docMk/>
            <pc:sldMk cId="2357317345" sldId="269"/>
            <ac:spMk id="2" creationId="{AEEDF65E-9E21-5221-82B7-2B20E7BAE271}"/>
          </ac:spMkLst>
        </pc:spChg>
        <pc:spChg chg="mod">
          <ac:chgData name="Vegard Stangnes" userId="652e82eb-64a0-4570-8bb9-436d2f76eeb2" providerId="ADAL" clId="{95E9D99E-C646-452C-817B-EE3B1F6D9F58}" dt="2026-09-16T13:33:39.085" v="226" actId="20577"/>
          <ac:spMkLst>
            <pc:docMk/>
            <pc:sldMk cId="2357317345" sldId="269"/>
            <ac:spMk id="3" creationId="{58F5DF24-0A40-D0C9-51CF-48C6F0DA716D}"/>
          </ac:spMkLst>
        </pc:spChg>
        <pc:spChg chg="add mod">
          <ac:chgData name="Vegard Stangnes" userId="652e82eb-64a0-4570-8bb9-436d2f76eeb2" providerId="ADAL" clId="{95E9D99E-C646-452C-817B-EE3B1F6D9F58}" dt="2026-09-15T13:28:58.336" v="189" actId="207"/>
          <ac:spMkLst>
            <pc:docMk/>
            <pc:sldMk cId="2357317345" sldId="269"/>
            <ac:spMk id="6" creationId="{70DF7ECA-612A-5FB8-B266-37B037BE718D}"/>
          </ac:spMkLst>
        </pc:spChg>
        <pc:spChg chg="add mod">
          <ac:chgData name="Vegard Stangnes" userId="652e82eb-64a0-4570-8bb9-436d2f76eeb2" providerId="ADAL" clId="{95E9D99E-C646-452C-817B-EE3B1F6D9F58}" dt="2026-09-15T13:29:33.392" v="192" actId="207"/>
          <ac:spMkLst>
            <pc:docMk/>
            <pc:sldMk cId="2357317345" sldId="269"/>
            <ac:spMk id="7" creationId="{98002416-188B-BB4B-4EE6-91CDCA3119D6}"/>
          </ac:spMkLst>
        </pc:spChg>
      </pc:sldChg>
      <pc:sldChg chg="modSp mod">
        <pc:chgData name="Vegard Stangnes" userId="652e82eb-64a0-4570-8bb9-436d2f76eeb2" providerId="ADAL" clId="{95E9D99E-C646-452C-817B-EE3B1F6D9F58}" dt="2026-09-18T06:27:56.478" v="470" actId="20577"/>
        <pc:sldMkLst>
          <pc:docMk/>
          <pc:sldMk cId="101659716" sldId="270"/>
        </pc:sldMkLst>
        <pc:spChg chg="mod">
          <ac:chgData name="Vegard Stangnes" userId="652e82eb-64a0-4570-8bb9-436d2f76eeb2" providerId="ADAL" clId="{95E9D99E-C646-452C-817B-EE3B1F6D9F58}" dt="2026-09-18T06:27:56.478" v="470" actId="20577"/>
          <ac:spMkLst>
            <pc:docMk/>
            <pc:sldMk cId="101659716" sldId="270"/>
            <ac:spMk id="3" creationId="{F420CDEE-05D4-A695-E961-EBC0365127BA}"/>
          </ac:spMkLst>
        </pc:spChg>
      </pc:sldChg>
      <pc:sldChg chg="addSp modSp new mod">
        <pc:chgData name="Vegard Stangnes" userId="652e82eb-64a0-4570-8bb9-436d2f76eeb2" providerId="ADAL" clId="{95E9D99E-C646-452C-817B-EE3B1F6D9F58}" dt="2026-09-18T07:13:03.044" v="912" actId="20577"/>
        <pc:sldMkLst>
          <pc:docMk/>
          <pc:sldMk cId="2421622489" sldId="272"/>
        </pc:sldMkLst>
        <pc:spChg chg="mod">
          <ac:chgData name="Vegard Stangnes" userId="652e82eb-64a0-4570-8bb9-436d2f76eeb2" providerId="ADAL" clId="{95E9D99E-C646-452C-817B-EE3B1F6D9F58}" dt="2026-09-18T06:40:40.592" v="498" actId="20577"/>
          <ac:spMkLst>
            <pc:docMk/>
            <pc:sldMk cId="2421622489" sldId="272"/>
            <ac:spMk id="2" creationId="{4B828265-CAC3-D544-68A7-5657821B67FA}"/>
          </ac:spMkLst>
        </pc:spChg>
        <pc:spChg chg="mod">
          <ac:chgData name="Vegard Stangnes" userId="652e82eb-64a0-4570-8bb9-436d2f76eeb2" providerId="ADAL" clId="{95E9D99E-C646-452C-817B-EE3B1F6D9F58}" dt="2026-09-18T07:13:03.044" v="912" actId="20577"/>
          <ac:spMkLst>
            <pc:docMk/>
            <pc:sldMk cId="2421622489" sldId="272"/>
            <ac:spMk id="3" creationId="{A56A0B3E-2B00-10BF-48EC-B60F12A1CD46}"/>
          </ac:spMkLst>
        </pc:spChg>
        <pc:graphicFrameChg chg="add mod modGraphic">
          <ac:chgData name="Vegard Stangnes" userId="652e82eb-64a0-4570-8bb9-436d2f76eeb2" providerId="ADAL" clId="{95E9D99E-C646-452C-817B-EE3B1F6D9F58}" dt="2026-09-18T06:50:20.224" v="751" actId="20577"/>
          <ac:graphicFrameMkLst>
            <pc:docMk/>
            <pc:sldMk cId="2421622489" sldId="272"/>
            <ac:graphicFrameMk id="4" creationId="{65CC55A5-30EB-3477-68B3-97A8F23FE8A8}"/>
          </ac:graphicFrameMkLst>
        </pc:graphicFrameChg>
      </pc:sldChg>
      <pc:sldChg chg="modSp new del mod">
        <pc:chgData name="Vegard Stangnes" userId="652e82eb-64a0-4570-8bb9-436d2f76eeb2" providerId="ADAL" clId="{95E9D99E-C646-452C-817B-EE3B1F6D9F58}" dt="2026-09-18T07:20:07.600" v="913" actId="2696"/>
        <pc:sldMkLst>
          <pc:docMk/>
          <pc:sldMk cId="1638913328" sldId="273"/>
        </pc:sldMkLst>
        <pc:spChg chg="mod">
          <ac:chgData name="Vegard Stangnes" userId="652e82eb-64a0-4570-8bb9-436d2f76eeb2" providerId="ADAL" clId="{95E9D99E-C646-452C-817B-EE3B1F6D9F58}" dt="2026-09-18T06:45:50.484" v="538" actId="20577"/>
          <ac:spMkLst>
            <pc:docMk/>
            <pc:sldMk cId="1638913328" sldId="273"/>
            <ac:spMk id="2" creationId="{03DA7F1C-D7C9-F599-DB93-9331CBEE67D7}"/>
          </ac:spMkLst>
        </pc:spChg>
        <pc:spChg chg="mod">
          <ac:chgData name="Vegard Stangnes" userId="652e82eb-64a0-4570-8bb9-436d2f76eeb2" providerId="ADAL" clId="{95E9D99E-C646-452C-817B-EE3B1F6D9F58}" dt="2026-09-18T07:02:26.616" v="866"/>
          <ac:spMkLst>
            <pc:docMk/>
            <pc:sldMk cId="1638913328" sldId="273"/>
            <ac:spMk id="3" creationId="{BC28F0F9-D4BB-0B13-3A59-A14FEB9A0154}"/>
          </ac:spMkLst>
        </pc:spChg>
      </pc:sldChg>
      <pc:sldChg chg="new del">
        <pc:chgData name="Vegard Stangnes" userId="652e82eb-64a0-4570-8bb9-436d2f76eeb2" providerId="ADAL" clId="{95E9D99E-C646-452C-817B-EE3B1F6D9F58}" dt="2026-09-18T06:46:05.465" v="545" actId="47"/>
        <pc:sldMkLst>
          <pc:docMk/>
          <pc:sldMk cId="3155256369" sldId="274"/>
        </pc:sldMkLst>
      </pc:sldChg>
      <pc:sldChg chg="addSp delSp modSp new mod">
        <pc:chgData name="Vegard Stangnes" userId="652e82eb-64a0-4570-8bb9-436d2f76eeb2" providerId="ADAL" clId="{95E9D99E-C646-452C-817B-EE3B1F6D9F58}" dt="2026-09-18T06:59:53.324" v="827" actId="20577"/>
        <pc:sldMkLst>
          <pc:docMk/>
          <pc:sldMk cId="3230077999" sldId="274"/>
        </pc:sldMkLst>
        <pc:spChg chg="mod">
          <ac:chgData name="Vegard Stangnes" userId="652e82eb-64a0-4570-8bb9-436d2f76eeb2" providerId="ADAL" clId="{95E9D99E-C646-452C-817B-EE3B1F6D9F58}" dt="2026-09-18T06:52:28.685" v="788" actId="20577"/>
          <ac:spMkLst>
            <pc:docMk/>
            <pc:sldMk cId="3230077999" sldId="274"/>
            <ac:spMk id="2" creationId="{B9CE3F54-85AA-60C3-D5C2-651F204D9FC4}"/>
          </ac:spMkLst>
        </pc:spChg>
        <pc:spChg chg="del">
          <ac:chgData name="Vegard Stangnes" userId="652e82eb-64a0-4570-8bb9-436d2f76eeb2" providerId="ADAL" clId="{95E9D99E-C646-452C-817B-EE3B1F6D9F58}" dt="2026-09-18T06:53:32.048" v="789" actId="3680"/>
          <ac:spMkLst>
            <pc:docMk/>
            <pc:sldMk cId="3230077999" sldId="274"/>
            <ac:spMk id="3" creationId="{294F377B-62E0-1798-A282-FB04D06F2716}"/>
          </ac:spMkLst>
        </pc:spChg>
        <pc:spChg chg="add mod">
          <ac:chgData name="Vegard Stangnes" userId="652e82eb-64a0-4570-8bb9-436d2f76eeb2" providerId="ADAL" clId="{95E9D99E-C646-452C-817B-EE3B1F6D9F58}" dt="2026-09-18T06:59:53.324" v="827" actId="20577"/>
          <ac:spMkLst>
            <pc:docMk/>
            <pc:sldMk cId="3230077999" sldId="274"/>
            <ac:spMk id="5" creationId="{A8776234-B76D-EFBB-6938-EDA7A701336C}"/>
          </ac:spMkLst>
        </pc:spChg>
        <pc:graphicFrameChg chg="add del mod ord modGraphic">
          <ac:chgData name="Vegard Stangnes" userId="652e82eb-64a0-4570-8bb9-436d2f76eeb2" providerId="ADAL" clId="{95E9D99E-C646-452C-817B-EE3B1F6D9F58}" dt="2026-09-18T06:59:07.009" v="793" actId="478"/>
          <ac:graphicFrameMkLst>
            <pc:docMk/>
            <pc:sldMk cId="3230077999" sldId="274"/>
            <ac:graphicFrameMk id="4" creationId="{B8A52BB4-9596-C19A-606E-C7C4A5A3C61F}"/>
          </ac:graphicFrameMkLst>
        </pc:graphicFrameChg>
      </pc:sldChg>
    </pc:docChg>
  </pc:docChgLst>
  <pc:docChgLst>
    <pc:chgData name="Vegard Stangnes" userId="S::vegastan@ntnu.no::652e82eb-64a0-4570-8bb9-436d2f76eeb2" providerId="AD" clId="Web-{B9CD73E9-D9BA-0C21-6E44-66C9A9F4933F}"/>
    <pc:docChg chg="addSld modSld">
      <pc:chgData name="Vegard Stangnes" userId="S::vegastan@ntnu.no::652e82eb-64a0-4570-8bb9-436d2f76eeb2" providerId="AD" clId="Web-{B9CD73E9-D9BA-0C21-6E44-66C9A9F4933F}" dt="2026-09-15T13:21:49.846" v="123" actId="20577"/>
      <pc:docMkLst>
        <pc:docMk/>
      </pc:docMkLst>
      <pc:sldChg chg="modSp">
        <pc:chgData name="Vegard Stangnes" userId="S::vegastan@ntnu.no::652e82eb-64a0-4570-8bb9-436d2f76eeb2" providerId="AD" clId="Web-{B9CD73E9-D9BA-0C21-6E44-66C9A9F4933F}" dt="2026-09-15T13:21:29.471" v="113" actId="20577"/>
        <pc:sldMkLst>
          <pc:docMk/>
          <pc:sldMk cId="1057244810" sldId="267"/>
        </pc:sldMkLst>
        <pc:spChg chg="mod">
          <ac:chgData name="Vegard Stangnes" userId="S::vegastan@ntnu.no::652e82eb-64a0-4570-8bb9-436d2f76eeb2" providerId="AD" clId="Web-{B9CD73E9-D9BA-0C21-6E44-66C9A9F4933F}" dt="2026-09-15T13:21:29.471" v="113" actId="20577"/>
          <ac:spMkLst>
            <pc:docMk/>
            <pc:sldMk cId="1057244810" sldId="267"/>
            <ac:spMk id="3" creationId="{D12BEEE1-B0C4-D5D8-E73F-BE3248B7480D}"/>
          </ac:spMkLst>
        </pc:spChg>
      </pc:sldChg>
      <pc:sldChg chg="modSp new">
        <pc:chgData name="Vegard Stangnes" userId="S::vegastan@ntnu.no::652e82eb-64a0-4570-8bb9-436d2f76eeb2" providerId="AD" clId="Web-{B9CD73E9-D9BA-0C21-6E44-66C9A9F4933F}" dt="2026-09-15T13:21:49.846" v="123" actId="20577"/>
        <pc:sldMkLst>
          <pc:docMk/>
          <pc:sldMk cId="2357317345" sldId="269"/>
        </pc:sldMkLst>
        <pc:spChg chg="mod">
          <ac:chgData name="Vegard Stangnes" userId="S::vegastan@ntnu.no::652e82eb-64a0-4570-8bb9-436d2f76eeb2" providerId="AD" clId="Web-{B9CD73E9-D9BA-0C21-6E44-66C9A9F4933F}" dt="2026-09-15T13:21:49.846" v="123" actId="20577"/>
          <ac:spMkLst>
            <pc:docMk/>
            <pc:sldMk cId="2357317345" sldId="269"/>
            <ac:spMk id="2" creationId="{AEEDF65E-9E21-5221-82B7-2B20E7BAE271}"/>
          </ac:spMkLst>
        </pc:spChg>
      </pc:sldChg>
    </pc:docChg>
  </pc:docChgLst>
  <pc:docChgLst>
    <pc:chgData name="Hedda Kjeldsen" userId="f92e74f5-65b2-490b-8c11-9b169bd237de" providerId="ADAL" clId="{83D7CED9-2C3B-42E2-996E-D4FA618051B4}"/>
    <pc:docChg chg="undo custSel addSld delSld modSld">
      <pc:chgData name="Hedda Kjeldsen" userId="f92e74f5-65b2-490b-8c11-9b169bd237de" providerId="ADAL" clId="{83D7CED9-2C3B-42E2-996E-D4FA618051B4}" dt="2026-09-18T07:18:34.448" v="3418" actId="2696"/>
      <pc:docMkLst>
        <pc:docMk/>
      </pc:docMkLst>
      <pc:sldChg chg="addSp delSp modSp del mod">
        <pc:chgData name="Hedda Kjeldsen" userId="f92e74f5-65b2-490b-8c11-9b169bd237de" providerId="ADAL" clId="{83D7CED9-2C3B-42E2-996E-D4FA618051B4}" dt="2026-09-18T07:18:34.448" v="3418" actId="2696"/>
        <pc:sldMkLst>
          <pc:docMk/>
          <pc:sldMk cId="109857222" sldId="256"/>
        </pc:sldMkLst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 new mod modNotesTx">
        <pc:chgData name="Hedda Kjeldsen" userId="f92e74f5-65b2-490b-8c11-9b169bd237de" providerId="ADAL" clId="{83D7CED9-2C3B-42E2-996E-D4FA618051B4}" dt="2026-09-15T20:20:03.551" v="3083"/>
        <pc:sldMkLst>
          <pc:docMk/>
          <pc:sldMk cId="2507047126" sldId="257"/>
        </pc:sldMkLst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2507047126" sldId="257"/>
            <ac:spMk id="2" creationId="{B96B908B-96D6-1301-DA63-B99426DD6D3F}"/>
          </ac:spMkLst>
        </pc:spChg>
        <pc:spChg chg="mod">
          <ac:chgData name="Hedda Kjeldsen" userId="f92e74f5-65b2-490b-8c11-9b169bd237de" providerId="ADAL" clId="{83D7CED9-2C3B-42E2-996E-D4FA618051B4}" dt="2026-09-15T19:34:23.011" v="2170" actId="27636"/>
          <ac:spMkLst>
            <pc:docMk/>
            <pc:sldMk cId="2507047126" sldId="257"/>
            <ac:spMk id="3" creationId="{9E4AFBAB-FB97-1FA4-7BEA-33319FB9D2D6}"/>
          </ac:spMkLst>
        </pc:spChg>
        <pc:spChg chg="add mod">
          <ac:chgData name="Hedda Kjeldsen" userId="f92e74f5-65b2-490b-8c11-9b169bd237de" providerId="ADAL" clId="{83D7CED9-2C3B-42E2-996E-D4FA618051B4}" dt="2026-09-15T19:33:27.621" v="2152" actId="1076"/>
          <ac:spMkLst>
            <pc:docMk/>
            <pc:sldMk cId="2507047126" sldId="257"/>
            <ac:spMk id="8" creationId="{1B56C9DB-A68D-95AD-4A52-5A3FD170193B}"/>
          </ac:spMkLst>
        </pc:spChg>
        <pc:spChg chg="add mod">
          <ac:chgData name="Hedda Kjeldsen" userId="f92e74f5-65b2-490b-8c11-9b169bd237de" providerId="ADAL" clId="{83D7CED9-2C3B-42E2-996E-D4FA618051B4}" dt="2026-09-15T19:42:51.676" v="2372" actId="20577"/>
          <ac:spMkLst>
            <pc:docMk/>
            <pc:sldMk cId="2507047126" sldId="257"/>
            <ac:spMk id="9" creationId="{16F7D08A-4512-9908-6BD8-855E3938E36F}"/>
          </ac:spMkLst>
        </pc:spChg>
        <pc:spChg chg="add mod">
          <ac:chgData name="Hedda Kjeldsen" userId="f92e74f5-65b2-490b-8c11-9b169bd237de" providerId="ADAL" clId="{83D7CED9-2C3B-42E2-996E-D4FA618051B4}" dt="2026-09-15T19:33:27.621" v="2152" actId="1076"/>
          <ac:spMkLst>
            <pc:docMk/>
            <pc:sldMk cId="2507047126" sldId="257"/>
            <ac:spMk id="10" creationId="{ACD3768C-17EE-7721-9353-33D8BEC5852E}"/>
          </ac:spMkLst>
        </pc:spChg>
        <pc:spChg chg="add mod">
          <ac:chgData name="Hedda Kjeldsen" userId="f92e74f5-65b2-490b-8c11-9b169bd237de" providerId="ADAL" clId="{83D7CED9-2C3B-42E2-996E-D4FA618051B4}" dt="2026-09-15T19:33:27.621" v="2152" actId="1076"/>
          <ac:spMkLst>
            <pc:docMk/>
            <pc:sldMk cId="2507047126" sldId="257"/>
            <ac:spMk id="11" creationId="{3784A21D-765E-1F02-85E6-7D722B01963E}"/>
          </ac:spMkLst>
        </pc:spChg>
        <pc:spChg chg="add mod">
          <ac:chgData name="Hedda Kjeldsen" userId="f92e74f5-65b2-490b-8c11-9b169bd237de" providerId="ADAL" clId="{83D7CED9-2C3B-42E2-996E-D4FA618051B4}" dt="2026-09-15T19:42:47.337" v="2367" actId="14100"/>
          <ac:spMkLst>
            <pc:docMk/>
            <pc:sldMk cId="2507047126" sldId="257"/>
            <ac:spMk id="12" creationId="{CB69A21D-5665-51E1-6340-41C5D4391397}"/>
          </ac:spMkLst>
        </pc:spChg>
        <pc:spChg chg="add mod">
          <ac:chgData name="Hedda Kjeldsen" userId="f92e74f5-65b2-490b-8c11-9b169bd237de" providerId="ADAL" clId="{83D7CED9-2C3B-42E2-996E-D4FA618051B4}" dt="2026-09-15T20:20:03.551" v="3083"/>
          <ac:spMkLst>
            <pc:docMk/>
            <pc:sldMk cId="2507047126" sldId="257"/>
            <ac:spMk id="13" creationId="{0A6BCF20-BBA3-CFF9-A001-19A760F76E9F}"/>
          </ac:spMkLst>
        </pc:spChg>
      </pc:sldChg>
      <pc:sldChg chg="modSp new mod">
        <pc:chgData name="Hedda Kjeldsen" userId="f92e74f5-65b2-490b-8c11-9b169bd237de" providerId="ADAL" clId="{83D7CED9-2C3B-42E2-996E-D4FA618051B4}" dt="2026-09-15T13:13:54.467" v="1405" actId="790"/>
        <pc:sldMkLst>
          <pc:docMk/>
          <pc:sldMk cId="4179661490" sldId="258"/>
        </pc:sldMkLst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4179661490" sldId="258"/>
            <ac:spMk id="2" creationId="{1339F684-4D1E-361B-695F-256F9B3534F0}"/>
          </ac:spMkLst>
        </pc:spChg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4179661490" sldId="258"/>
            <ac:spMk id="3" creationId="{B7577C6E-C377-24E2-2F57-06CE12BE4237}"/>
          </ac:spMkLst>
        </pc:spChg>
      </pc:sldChg>
      <pc:sldChg chg="addSp delSp modSp new mod">
        <pc:chgData name="Hedda Kjeldsen" userId="f92e74f5-65b2-490b-8c11-9b169bd237de" providerId="ADAL" clId="{83D7CED9-2C3B-42E2-996E-D4FA618051B4}" dt="2026-09-15T19:43:05.212" v="2374" actId="14100"/>
        <pc:sldMkLst>
          <pc:docMk/>
          <pc:sldMk cId="3019014128" sldId="259"/>
        </pc:sldMkLst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3019014128" sldId="259"/>
            <ac:spMk id="2" creationId="{F58C01A6-CE15-CAEA-A5C0-D00A6EBEBFEE}"/>
          </ac:spMkLst>
        </pc:spChg>
        <pc:spChg chg="add mod">
          <ac:chgData name="Hedda Kjeldsen" userId="f92e74f5-65b2-490b-8c11-9b169bd237de" providerId="ADAL" clId="{83D7CED9-2C3B-42E2-996E-D4FA618051B4}" dt="2026-09-15T19:39:14.244" v="2270" actId="1076"/>
          <ac:spMkLst>
            <pc:docMk/>
            <pc:sldMk cId="3019014128" sldId="259"/>
            <ac:spMk id="7" creationId="{30D58FCA-A2CD-7029-1D32-67CADB2C0F23}"/>
          </ac:spMkLst>
        </pc:spChg>
        <pc:spChg chg="add mod">
          <ac:chgData name="Hedda Kjeldsen" userId="f92e74f5-65b2-490b-8c11-9b169bd237de" providerId="ADAL" clId="{83D7CED9-2C3B-42E2-996E-D4FA618051B4}" dt="2026-09-15T19:39:07.104" v="2269" actId="1076"/>
          <ac:spMkLst>
            <pc:docMk/>
            <pc:sldMk cId="3019014128" sldId="259"/>
            <ac:spMk id="9" creationId="{8CD17F2F-8765-EF05-07A5-AC45073217F9}"/>
          </ac:spMkLst>
        </pc:spChg>
        <pc:spChg chg="add mod">
          <ac:chgData name="Hedda Kjeldsen" userId="f92e74f5-65b2-490b-8c11-9b169bd237de" providerId="ADAL" clId="{83D7CED9-2C3B-42E2-996E-D4FA618051B4}" dt="2026-09-15T19:43:00.818" v="2373" actId="1076"/>
          <ac:spMkLst>
            <pc:docMk/>
            <pc:sldMk cId="3019014128" sldId="259"/>
            <ac:spMk id="10" creationId="{0B7179DB-74A6-5182-A161-C460AF8CC6AA}"/>
          </ac:spMkLst>
        </pc:spChg>
        <pc:picChg chg="add mod ord">
          <ac:chgData name="Hedda Kjeldsen" userId="f92e74f5-65b2-490b-8c11-9b169bd237de" providerId="ADAL" clId="{83D7CED9-2C3B-42E2-996E-D4FA618051B4}" dt="2026-09-15T19:43:05.212" v="2374" actId="14100"/>
          <ac:picMkLst>
            <pc:docMk/>
            <pc:sldMk cId="3019014128" sldId="259"/>
            <ac:picMk id="5" creationId="{AC8CF2CC-47F2-862D-910C-2B0C7090141F}"/>
          </ac:picMkLst>
        </pc:picChg>
      </pc:sldChg>
      <pc:sldChg chg="addSp delSp modSp new mod addAnim delAnim modAnim modNotesTx">
        <pc:chgData name="Hedda Kjeldsen" userId="f92e74f5-65b2-490b-8c11-9b169bd237de" providerId="ADAL" clId="{83D7CED9-2C3B-42E2-996E-D4FA618051B4}" dt="2026-09-18T06:52:22.133" v="3276" actId="1076"/>
        <pc:sldMkLst>
          <pc:docMk/>
          <pc:sldMk cId="3216763344" sldId="260"/>
        </pc:sldMkLst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3216763344" sldId="260"/>
            <ac:spMk id="2" creationId="{4129150A-A010-BC7F-4EA0-D4A3C8611BAF}"/>
          </ac:spMkLst>
        </pc:spChg>
        <pc:spChg chg="mod">
          <ac:chgData name="Hedda Kjeldsen" userId="f92e74f5-65b2-490b-8c11-9b169bd237de" providerId="ADAL" clId="{83D7CED9-2C3B-42E2-996E-D4FA618051B4}" dt="2026-09-15T20:13:16.522" v="2805" actId="1076"/>
          <ac:spMkLst>
            <pc:docMk/>
            <pc:sldMk cId="3216763344" sldId="260"/>
            <ac:spMk id="3" creationId="{F5680AD9-DD0B-CBD7-9B5E-B6251DAF2CD4}"/>
          </ac:spMkLst>
        </pc:spChg>
        <pc:spChg chg="add mod">
          <ac:chgData name="Hedda Kjeldsen" userId="f92e74f5-65b2-490b-8c11-9b169bd237de" providerId="ADAL" clId="{83D7CED9-2C3B-42E2-996E-D4FA618051B4}" dt="2026-09-15T19:48:17.798" v="2491" actId="1076"/>
          <ac:spMkLst>
            <pc:docMk/>
            <pc:sldMk cId="3216763344" sldId="260"/>
            <ac:spMk id="7" creationId="{BE087770-09E9-B212-D4EE-6C13821C1FCA}"/>
          </ac:spMkLst>
        </pc:spChg>
        <pc:picChg chg="add mod">
          <ac:chgData name="Hedda Kjeldsen" userId="f92e74f5-65b2-490b-8c11-9b169bd237de" providerId="ADAL" clId="{83D7CED9-2C3B-42E2-996E-D4FA618051B4}" dt="2026-09-18T06:52:10.447" v="3272" actId="1076"/>
          <ac:picMkLst>
            <pc:docMk/>
            <pc:sldMk cId="3216763344" sldId="260"/>
            <ac:picMk id="5" creationId="{F9B9C9B0-059C-8BB4-A782-BFE1F1C6561A}"/>
          </ac:picMkLst>
        </pc:picChg>
        <pc:picChg chg="add mod">
          <ac:chgData name="Hedda Kjeldsen" userId="f92e74f5-65b2-490b-8c11-9b169bd237de" providerId="ADAL" clId="{83D7CED9-2C3B-42E2-996E-D4FA618051B4}" dt="2026-09-18T06:52:18.500" v="3275" actId="1076"/>
          <ac:picMkLst>
            <pc:docMk/>
            <pc:sldMk cId="3216763344" sldId="260"/>
            <ac:picMk id="9" creationId="{19E9651B-E426-DE37-C488-FE5E21EBC065}"/>
          </ac:picMkLst>
        </pc:picChg>
        <pc:picChg chg="add mod">
          <ac:chgData name="Hedda Kjeldsen" userId="f92e74f5-65b2-490b-8c11-9b169bd237de" providerId="ADAL" clId="{83D7CED9-2C3B-42E2-996E-D4FA618051B4}" dt="2026-09-18T06:52:22.133" v="3276" actId="1076"/>
          <ac:picMkLst>
            <pc:docMk/>
            <pc:sldMk cId="3216763344" sldId="260"/>
            <ac:picMk id="11" creationId="{A31576AD-E4A1-3DA1-A2DB-9C3C608B7A02}"/>
          </ac:picMkLst>
        </pc:picChg>
      </pc:sldChg>
      <pc:sldChg chg="modSp new mod">
        <pc:chgData name="Hedda Kjeldsen" userId="f92e74f5-65b2-490b-8c11-9b169bd237de" providerId="ADAL" clId="{83D7CED9-2C3B-42E2-996E-D4FA618051B4}" dt="2026-09-15T13:13:54.467" v="1405" actId="790"/>
        <pc:sldMkLst>
          <pc:docMk/>
          <pc:sldMk cId="1576825848" sldId="261"/>
        </pc:sldMkLst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1576825848" sldId="261"/>
            <ac:spMk id="2" creationId="{FFA58279-8F82-7A1D-2276-942B818E8DCC}"/>
          </ac:spMkLst>
        </pc:spChg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1576825848" sldId="261"/>
            <ac:spMk id="3" creationId="{0F171CCF-4AD6-96C4-0509-E58265194CAC}"/>
          </ac:spMkLst>
        </pc:spChg>
      </pc:sldChg>
      <pc:sldChg chg="addSp modSp new mod">
        <pc:chgData name="Hedda Kjeldsen" userId="f92e74f5-65b2-490b-8c11-9b169bd237de" providerId="ADAL" clId="{83D7CED9-2C3B-42E2-996E-D4FA618051B4}" dt="2026-09-15T19:56:58.988" v="2674" actId="20577"/>
        <pc:sldMkLst>
          <pc:docMk/>
          <pc:sldMk cId="677774177" sldId="262"/>
        </pc:sldMkLst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677774177" sldId="262"/>
            <ac:spMk id="2" creationId="{342B98AB-094C-AD68-B06C-993A0BA8D95F}"/>
          </ac:spMkLst>
        </pc:spChg>
        <pc:spChg chg="mod">
          <ac:chgData name="Hedda Kjeldsen" userId="f92e74f5-65b2-490b-8c11-9b169bd237de" providerId="ADAL" clId="{83D7CED9-2C3B-42E2-996E-D4FA618051B4}" dt="2026-09-15T19:56:58.988" v="2674" actId="20577"/>
          <ac:spMkLst>
            <pc:docMk/>
            <pc:sldMk cId="677774177" sldId="262"/>
            <ac:spMk id="3" creationId="{31201572-2146-1B68-0A37-781FE3EF2164}"/>
          </ac:spMkLst>
        </pc:spChg>
        <pc:spChg chg="add 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677774177" sldId="262"/>
            <ac:spMk id="4" creationId="{42405FE2-1025-E062-1A25-06ED775C01F4}"/>
          </ac:spMkLst>
        </pc:spChg>
        <pc:spChg chg="add mod">
          <ac:chgData name="Hedda Kjeldsen" userId="f92e74f5-65b2-490b-8c11-9b169bd237de" providerId="ADAL" clId="{83D7CED9-2C3B-42E2-996E-D4FA618051B4}" dt="2026-09-15T13:26:56.879" v="1474" actId="20577"/>
          <ac:spMkLst>
            <pc:docMk/>
            <pc:sldMk cId="677774177" sldId="262"/>
            <ac:spMk id="5" creationId="{FE4659A7-3D1C-5C36-7BCE-6C236B5E1368}"/>
          </ac:spMkLst>
        </pc:spChg>
        <pc:spChg chg="add 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677774177" sldId="262"/>
            <ac:spMk id="6" creationId="{2EE2B144-6F04-141B-FC08-65429148F524}"/>
          </ac:spMkLst>
        </pc:spChg>
        <pc:spChg chg="add 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677774177" sldId="262"/>
            <ac:spMk id="7" creationId="{8B5027CF-3570-3FFA-3805-1B380D31091D}"/>
          </ac:spMkLst>
        </pc:spChg>
        <pc:spChg chg="add mod">
          <ac:chgData name="Hedda Kjeldsen" userId="f92e74f5-65b2-490b-8c11-9b169bd237de" providerId="ADAL" clId="{83D7CED9-2C3B-42E2-996E-D4FA618051B4}" dt="2026-09-15T13:26:52.375" v="1469" actId="20577"/>
          <ac:spMkLst>
            <pc:docMk/>
            <pc:sldMk cId="677774177" sldId="262"/>
            <ac:spMk id="8" creationId="{E89C7BCF-A2E8-AD52-19C5-C617D30DBA23}"/>
          </ac:spMkLst>
        </pc:spChg>
      </pc:sldChg>
      <pc:sldChg chg="addSp delSp modSp new mod addAnim delAnim modAnim modNotesTx">
        <pc:chgData name="Hedda Kjeldsen" userId="f92e74f5-65b2-490b-8c11-9b169bd237de" providerId="ADAL" clId="{83D7CED9-2C3B-42E2-996E-D4FA618051B4}" dt="2026-09-15T19:58:39.264" v="2692"/>
        <pc:sldMkLst>
          <pc:docMk/>
          <pc:sldMk cId="1625845215" sldId="263"/>
        </pc:sldMkLst>
        <pc:spChg chg="mod">
          <ac:chgData name="Hedda Kjeldsen" userId="f92e74f5-65b2-490b-8c11-9b169bd237de" providerId="ADAL" clId="{83D7CED9-2C3B-42E2-996E-D4FA618051B4}" dt="2026-09-15T13:24:22.974" v="1434" actId="20577"/>
          <ac:spMkLst>
            <pc:docMk/>
            <pc:sldMk cId="1625845215" sldId="263"/>
            <ac:spMk id="2" creationId="{8F61B523-54F0-509E-22BA-CA45A548AC9D}"/>
          </ac:spMkLst>
        </pc:spChg>
        <pc:spChg chg="add mod">
          <ac:chgData name="Hedda Kjeldsen" userId="f92e74f5-65b2-490b-8c11-9b169bd237de" providerId="ADAL" clId="{83D7CED9-2C3B-42E2-996E-D4FA618051B4}" dt="2026-09-15T13:28:44.301" v="1529" actId="207"/>
          <ac:spMkLst>
            <pc:docMk/>
            <pc:sldMk cId="1625845215" sldId="263"/>
            <ac:spMk id="21" creationId="{FEF13CDC-FEB0-9745-6E66-DABFC481E4C1}"/>
          </ac:spMkLst>
        </pc:spChg>
        <pc:spChg chg="add mod">
          <ac:chgData name="Hedda Kjeldsen" userId="f92e74f5-65b2-490b-8c11-9b169bd237de" providerId="ADAL" clId="{83D7CED9-2C3B-42E2-996E-D4FA618051B4}" dt="2026-09-15T13:42:18.267" v="1713" actId="20577"/>
          <ac:spMkLst>
            <pc:docMk/>
            <pc:sldMk cId="1625845215" sldId="263"/>
            <ac:spMk id="24" creationId="{F1487889-8FB5-AA2C-D91F-0924D1AB2DFA}"/>
          </ac:spMkLst>
        </pc:spChg>
        <pc:picChg chg="add mod ord">
          <ac:chgData name="Hedda Kjeldsen" userId="f92e74f5-65b2-490b-8c11-9b169bd237de" providerId="ADAL" clId="{83D7CED9-2C3B-42E2-996E-D4FA618051B4}" dt="2026-09-15T13:25:33.618" v="1441" actId="27614"/>
          <ac:picMkLst>
            <pc:docMk/>
            <pc:sldMk cId="1625845215" sldId="263"/>
            <ac:picMk id="5" creationId="{5C4D9B89-CF0F-AE25-C583-3C37ADA47803}"/>
          </ac:picMkLst>
        </pc:picChg>
        <pc:picChg chg="add mod">
          <ac:chgData name="Hedda Kjeldsen" userId="f92e74f5-65b2-490b-8c11-9b169bd237de" providerId="ADAL" clId="{83D7CED9-2C3B-42E2-996E-D4FA618051B4}" dt="2026-09-15T13:30:06.800" v="1535" actId="962"/>
          <ac:picMkLst>
            <pc:docMk/>
            <pc:sldMk cId="1625845215" sldId="263"/>
            <ac:picMk id="23" creationId="{1D6276E9-7AF3-3E80-FF70-71F7C9C1AD36}"/>
          </ac:picMkLst>
        </pc:picChg>
        <pc:cxnChg chg="add mod">
          <ac:chgData name="Hedda Kjeldsen" userId="f92e74f5-65b2-490b-8c11-9b169bd237de" providerId="ADAL" clId="{83D7CED9-2C3B-42E2-996E-D4FA618051B4}" dt="2026-09-15T13:27:32.113" v="1478" actId="1582"/>
          <ac:cxnSpMkLst>
            <pc:docMk/>
            <pc:sldMk cId="1625845215" sldId="263"/>
            <ac:cxnSpMk id="15" creationId="{4BE73437-7753-F6ED-81FC-853DB9475573}"/>
          </ac:cxnSpMkLst>
        </pc:cxnChg>
        <pc:cxnChg chg="add mod">
          <ac:chgData name="Hedda Kjeldsen" userId="f92e74f5-65b2-490b-8c11-9b169bd237de" providerId="ADAL" clId="{83D7CED9-2C3B-42E2-996E-D4FA618051B4}" dt="2026-09-15T13:27:39.965" v="1480" actId="1076"/>
          <ac:cxnSpMkLst>
            <pc:docMk/>
            <pc:sldMk cId="1625845215" sldId="263"/>
            <ac:cxnSpMk id="16" creationId="{0E921880-8B1D-3C51-5EBC-F56F2579EA25}"/>
          </ac:cxnSpMkLst>
        </pc:cxnChg>
        <pc:cxnChg chg="add mod">
          <ac:chgData name="Hedda Kjeldsen" userId="f92e74f5-65b2-490b-8c11-9b169bd237de" providerId="ADAL" clId="{83D7CED9-2C3B-42E2-996E-D4FA618051B4}" dt="2026-09-15T13:27:51.786" v="1484" actId="1076"/>
          <ac:cxnSpMkLst>
            <pc:docMk/>
            <pc:sldMk cId="1625845215" sldId="263"/>
            <ac:cxnSpMk id="17" creationId="{ACE3BCB2-997C-06F6-3578-64587F906525}"/>
          </ac:cxnSpMkLst>
        </pc:cxnChg>
        <pc:cxnChg chg="add mod">
          <ac:chgData name="Hedda Kjeldsen" userId="f92e74f5-65b2-490b-8c11-9b169bd237de" providerId="ADAL" clId="{83D7CED9-2C3B-42E2-996E-D4FA618051B4}" dt="2026-09-15T13:28:02.814" v="1488" actId="1076"/>
          <ac:cxnSpMkLst>
            <pc:docMk/>
            <pc:sldMk cId="1625845215" sldId="263"/>
            <ac:cxnSpMk id="20" creationId="{5E3825D7-F65A-390B-F8FE-5F983A2764E1}"/>
          </ac:cxnSpMkLst>
        </pc:cxnChg>
      </pc:sldChg>
      <pc:sldChg chg="addSp delSp modSp new mod modAnim">
        <pc:chgData name="Hedda Kjeldsen" userId="f92e74f5-65b2-490b-8c11-9b169bd237de" providerId="ADAL" clId="{83D7CED9-2C3B-42E2-996E-D4FA618051B4}" dt="2026-09-18T07:01:18.118" v="3417" actId="20577"/>
        <pc:sldMkLst>
          <pc:docMk/>
          <pc:sldMk cId="50943958" sldId="264"/>
        </pc:sldMkLst>
        <pc:spChg chg="mod">
          <ac:chgData name="Hedda Kjeldsen" userId="f92e74f5-65b2-490b-8c11-9b169bd237de" providerId="ADAL" clId="{83D7CED9-2C3B-42E2-996E-D4FA618051B4}" dt="2026-09-15T13:35:11.047" v="1641" actId="20577"/>
          <ac:spMkLst>
            <pc:docMk/>
            <pc:sldMk cId="50943958" sldId="264"/>
            <ac:spMk id="2" creationId="{E3C09FDD-3C37-3140-4FA8-8A2CB2C0ED1E}"/>
          </ac:spMkLst>
        </pc:spChg>
        <pc:spChg chg="add mod">
          <ac:chgData name="Hedda Kjeldsen" userId="f92e74f5-65b2-490b-8c11-9b169bd237de" providerId="ADAL" clId="{83D7CED9-2C3B-42E2-996E-D4FA618051B4}" dt="2026-09-18T07:01:18.118" v="3417" actId="20577"/>
          <ac:spMkLst>
            <pc:docMk/>
            <pc:sldMk cId="50943958" sldId="264"/>
            <ac:spMk id="3" creationId="{A0223D92-9690-B166-B7B3-D3E8C5A3F674}"/>
          </ac:spMkLst>
        </pc:spChg>
        <pc:spChg chg="add mod">
          <ac:chgData name="Hedda Kjeldsen" userId="f92e74f5-65b2-490b-8c11-9b169bd237de" providerId="ADAL" clId="{83D7CED9-2C3B-42E2-996E-D4FA618051B4}" dt="2026-09-15T20:34:48.700" v="3254" actId="1076"/>
          <ac:spMkLst>
            <pc:docMk/>
            <pc:sldMk cId="50943958" sldId="264"/>
            <ac:spMk id="8" creationId="{00EC5927-90DD-9736-CB12-4FE639917086}"/>
          </ac:spMkLst>
        </pc:spChg>
        <pc:picChg chg="add mod ord">
          <ac:chgData name="Hedda Kjeldsen" userId="f92e74f5-65b2-490b-8c11-9b169bd237de" providerId="ADAL" clId="{83D7CED9-2C3B-42E2-996E-D4FA618051B4}" dt="2026-09-15T19:58:59.627" v="2696" actId="1076"/>
          <ac:picMkLst>
            <pc:docMk/>
            <pc:sldMk cId="50943958" sldId="264"/>
            <ac:picMk id="5" creationId="{10B271A1-318C-F8C5-DDB8-2BC6BB7E52BE}"/>
          </ac:picMkLst>
        </pc:picChg>
      </pc:sldChg>
      <pc:sldChg chg="modSp new mod">
        <pc:chgData name="Hedda Kjeldsen" userId="f92e74f5-65b2-490b-8c11-9b169bd237de" providerId="ADAL" clId="{83D7CED9-2C3B-42E2-996E-D4FA618051B4}" dt="2026-09-15T13:13:54.467" v="1405" actId="790"/>
        <pc:sldMkLst>
          <pc:docMk/>
          <pc:sldMk cId="584992424" sldId="265"/>
        </pc:sldMkLst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584992424" sldId="265"/>
            <ac:spMk id="2" creationId="{0EC185DB-8DA4-FF58-20A1-7EE76B3BE5FF}"/>
          </ac:spMkLst>
        </pc:spChg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584992424" sldId="265"/>
            <ac:spMk id="3" creationId="{7C750D93-CCA7-F9A3-5218-65A964133DB3}"/>
          </ac:spMkLst>
        </pc:spChg>
      </pc:sldChg>
      <pc:sldChg chg="modSp new mod">
        <pc:chgData name="Hedda Kjeldsen" userId="f92e74f5-65b2-490b-8c11-9b169bd237de" providerId="ADAL" clId="{83D7CED9-2C3B-42E2-996E-D4FA618051B4}" dt="2026-09-15T13:13:54.467" v="1405" actId="790"/>
        <pc:sldMkLst>
          <pc:docMk/>
          <pc:sldMk cId="793760310" sldId="266"/>
        </pc:sldMkLst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793760310" sldId="266"/>
            <ac:spMk id="2" creationId="{76F32CCF-5126-4442-31E1-CF27EF37FF2F}"/>
          </ac:spMkLst>
        </pc:spChg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793760310" sldId="266"/>
            <ac:spMk id="3" creationId="{FBD530DA-3147-8D78-5F11-9E26EC0D3445}"/>
          </ac:spMkLst>
        </pc:spChg>
      </pc:sldChg>
      <pc:sldChg chg="modSp new mod modNotesTx">
        <pc:chgData name="Hedda Kjeldsen" userId="f92e74f5-65b2-490b-8c11-9b169bd237de" providerId="ADAL" clId="{83D7CED9-2C3B-42E2-996E-D4FA618051B4}" dt="2026-09-15T13:13:54.467" v="1405" actId="790"/>
        <pc:sldMkLst>
          <pc:docMk/>
          <pc:sldMk cId="1057244810" sldId="267"/>
        </pc:sldMkLst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1057244810" sldId="267"/>
            <ac:spMk id="2" creationId="{81513C24-9E3C-4BCF-44C7-FB027322C305}"/>
          </ac:spMkLst>
        </pc:spChg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1057244810" sldId="267"/>
            <ac:spMk id="3" creationId="{D12BEEE1-B0C4-D5D8-E73F-BE3248B7480D}"/>
          </ac:spMkLst>
        </pc:spChg>
      </pc:sldChg>
      <pc:sldChg chg="modSp new mod">
        <pc:chgData name="Hedda Kjeldsen" userId="f92e74f5-65b2-490b-8c11-9b169bd237de" providerId="ADAL" clId="{83D7CED9-2C3B-42E2-996E-D4FA618051B4}" dt="2026-09-15T13:13:54.467" v="1405" actId="790"/>
        <pc:sldMkLst>
          <pc:docMk/>
          <pc:sldMk cId="1052983137" sldId="268"/>
        </pc:sldMkLst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1052983137" sldId="268"/>
            <ac:spMk id="2" creationId="{B894C773-0388-0997-5141-C499A82F294B}"/>
          </ac:spMkLst>
        </pc:spChg>
        <pc:spChg chg="mod">
          <ac:chgData name="Hedda Kjeldsen" userId="f92e74f5-65b2-490b-8c11-9b169bd237de" providerId="ADAL" clId="{83D7CED9-2C3B-42E2-996E-D4FA618051B4}" dt="2026-09-15T13:13:54.467" v="1405" actId="790"/>
          <ac:spMkLst>
            <pc:docMk/>
            <pc:sldMk cId="1052983137" sldId="268"/>
            <ac:spMk id="3" creationId="{8D2C3BD8-86AF-951B-5636-2A7A6BFE20BD}"/>
          </ac:spMkLst>
        </pc:spChg>
      </pc:sldChg>
      <pc:sldChg chg="modNotesTx">
        <pc:chgData name="Hedda Kjeldsen" userId="f92e74f5-65b2-490b-8c11-9b169bd237de" providerId="ADAL" clId="{83D7CED9-2C3B-42E2-996E-D4FA618051B4}" dt="2026-09-15T13:36:30.093" v="1702" actId="20577"/>
        <pc:sldMkLst>
          <pc:docMk/>
          <pc:sldMk cId="2357317345" sldId="269"/>
        </pc:sldMkLst>
      </pc:sldChg>
      <pc:sldChg chg="modSp add mod">
        <pc:chgData name="Hedda Kjeldsen" userId="f92e74f5-65b2-490b-8c11-9b169bd237de" providerId="ADAL" clId="{83D7CED9-2C3B-42E2-996E-D4FA618051B4}" dt="2026-09-15T13:35:23.944" v="1658" actId="20577"/>
        <pc:sldMkLst>
          <pc:docMk/>
          <pc:sldMk cId="101659716" sldId="270"/>
        </pc:sldMkLst>
        <pc:spChg chg="mod">
          <ac:chgData name="Hedda Kjeldsen" userId="f92e74f5-65b2-490b-8c11-9b169bd237de" providerId="ADAL" clId="{83D7CED9-2C3B-42E2-996E-D4FA618051B4}" dt="2026-09-15T13:35:23.944" v="1658" actId="20577"/>
          <ac:spMkLst>
            <pc:docMk/>
            <pc:sldMk cId="101659716" sldId="270"/>
            <ac:spMk id="2" creationId="{B9DA1F7B-3ED7-D506-3833-938392D1FFAE}"/>
          </ac:spMkLst>
        </pc:spChg>
      </pc:sldChg>
      <pc:sldChg chg="addSp delSp modSp add mod setBg addAnim setClrOvrMap modNotesTx">
        <pc:chgData name="Hedda Kjeldsen" userId="f92e74f5-65b2-490b-8c11-9b169bd237de" providerId="ADAL" clId="{83D7CED9-2C3B-42E2-996E-D4FA618051B4}" dt="2026-09-15T20:28:03.767" v="3163" actId="20577"/>
        <pc:sldMkLst>
          <pc:docMk/>
          <pc:sldMk cId="3763275881" sldId="271"/>
        </pc:sldMkLst>
        <pc:spChg chg="mod">
          <ac:chgData name="Hedda Kjeldsen" userId="f92e74f5-65b2-490b-8c11-9b169bd237de" providerId="ADAL" clId="{83D7CED9-2C3B-42E2-996E-D4FA618051B4}" dt="2026-09-15T20:27:34.142" v="3092" actId="26606"/>
          <ac:spMkLst>
            <pc:docMk/>
            <pc:sldMk cId="3763275881" sldId="271"/>
            <ac:spMk id="2" creationId="{6E122B60-9FF1-90C3-6FD5-511D154BBA47}"/>
          </ac:spMkLst>
        </pc:spChg>
        <pc:spChg chg="mod">
          <ac:chgData name="Hedda Kjeldsen" userId="f92e74f5-65b2-490b-8c11-9b169bd237de" providerId="ADAL" clId="{83D7CED9-2C3B-42E2-996E-D4FA618051B4}" dt="2026-09-15T20:27:34.142" v="3092" actId="26606"/>
          <ac:spMkLst>
            <pc:docMk/>
            <pc:sldMk cId="3763275881" sldId="271"/>
            <ac:spMk id="3" creationId="{0399FC5C-D48D-6117-C681-25E87E7DFC30}"/>
          </ac:spMkLst>
        </pc:spChg>
        <pc:spChg chg="add">
          <ac:chgData name="Hedda Kjeldsen" userId="f92e74f5-65b2-490b-8c11-9b169bd237de" providerId="ADAL" clId="{83D7CED9-2C3B-42E2-996E-D4FA618051B4}" dt="2026-09-15T20:27:34.142" v="3092" actId="26606"/>
          <ac:spMkLst>
            <pc:docMk/>
            <pc:sldMk cId="3763275881" sldId="271"/>
            <ac:spMk id="12" creationId="{71B2258F-86CA-4D4D-8270-BC05FCDEBFB3}"/>
          </ac:spMkLst>
        </pc:spChg>
        <pc:picChg chg="add mod ord">
          <ac:chgData name="Hedda Kjeldsen" userId="f92e74f5-65b2-490b-8c11-9b169bd237de" providerId="ADAL" clId="{83D7CED9-2C3B-42E2-996E-D4FA618051B4}" dt="2026-09-15T20:27:34.142" v="3092" actId="26606"/>
          <ac:picMkLst>
            <pc:docMk/>
            <pc:sldMk cId="3763275881" sldId="271"/>
            <ac:picMk id="7" creationId="{CE43201C-0C2C-AE80-502A-F3CA99F15635}"/>
          </ac:picMkLst>
        </pc:picChg>
      </pc:sldChg>
    </pc:docChg>
  </pc:docChgLst>
  <pc:docChgLst>
    <pc:chgData name="Isak Emanuel Norberg Vooren" userId="S::ievooren@ntnu.no::d31c4fd1-1f90-4cc5-89d2-a35c893f3be9" providerId="AD" clId="Web-{90E44DDE-07D6-C8A4-E0E8-3ECBBE10E477}"/>
    <pc:docChg chg="modSld">
      <pc:chgData name="Isak Emanuel Norberg Vooren" userId="S::ievooren@ntnu.no::d31c4fd1-1f90-4cc5-89d2-a35c893f3be9" providerId="AD" clId="Web-{90E44DDE-07D6-C8A4-E0E8-3ECBBE10E477}" dt="2026-09-15T13:57:21.943" v="27" actId="20577"/>
      <pc:docMkLst>
        <pc:docMk/>
      </pc:docMkLst>
      <pc:sldChg chg="modSp">
        <pc:chgData name="Isak Emanuel Norberg Vooren" userId="S::ievooren@ntnu.no::d31c4fd1-1f90-4cc5-89d2-a35c893f3be9" providerId="AD" clId="Web-{90E44DDE-07D6-C8A4-E0E8-3ECBBE10E477}" dt="2026-09-15T13:57:21.943" v="27" actId="20577"/>
        <pc:sldMkLst>
          <pc:docMk/>
          <pc:sldMk cId="584992424" sldId="265"/>
        </pc:sldMkLst>
        <pc:spChg chg="mod">
          <ac:chgData name="Isak Emanuel Norberg Vooren" userId="S::ievooren@ntnu.no::d31c4fd1-1f90-4cc5-89d2-a35c893f3be9" providerId="AD" clId="Web-{90E44DDE-07D6-C8A4-E0E8-3ECBBE10E477}" dt="2026-09-15T13:57:21.943" v="27" actId="20577"/>
          <ac:spMkLst>
            <pc:docMk/>
            <pc:sldMk cId="584992424" sldId="265"/>
            <ac:spMk id="3" creationId="{7C750D93-CCA7-F9A3-5218-65A964133DB3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0DD9E-3333-4734-94D7-856E5589DC9A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65D46-1B84-4F8F-A33E-FCB251144A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03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AI bilde </a:t>
            </a:r>
            <a:r>
              <a:rPr lang="nb-NO" err="1"/>
              <a:t>hehe</a:t>
            </a:r>
            <a:r>
              <a:rPr lang="nb-NO"/>
              <a:t>, Vi kan droppe dette hvis det er teit. 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65D46-1B84-4F8F-A33E-FCB251144AB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981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err="1"/>
              <a:t>Comment</a:t>
            </a:r>
            <a:r>
              <a:rPr lang="nb-NO"/>
              <a:t> </a:t>
            </a:r>
            <a:r>
              <a:rPr lang="nb-NO" err="1"/>
              <a:t>on</a:t>
            </a:r>
            <a:r>
              <a:rPr lang="nb-NO"/>
              <a:t> </a:t>
            </a:r>
            <a:r>
              <a:rPr lang="nb-NO" err="1"/>
              <a:t>the</a:t>
            </a:r>
            <a:r>
              <a:rPr lang="nb-NO"/>
              <a:t> bars </a:t>
            </a:r>
            <a:r>
              <a:rPr lang="nb-NO" err="1"/>
              <a:t>being</a:t>
            </a:r>
            <a:r>
              <a:rPr lang="nb-NO"/>
              <a:t> </a:t>
            </a:r>
            <a:r>
              <a:rPr lang="nb-NO" err="1"/>
              <a:t>semi-infinite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65D46-1B84-4F8F-A33E-FCB251144AB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519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Three </a:t>
            </a:r>
            <a:r>
              <a:rPr lang="nb-NO" err="1"/>
              <a:t>point</a:t>
            </a:r>
            <a:r>
              <a:rPr lang="nb-NO"/>
              <a:t> FDM </a:t>
            </a:r>
            <a:r>
              <a:rPr lang="nb-NO" err="1"/>
              <a:t>scheme</a:t>
            </a:r>
            <a:endParaRPr lang="nb-NO"/>
          </a:p>
          <a:p>
            <a:r>
              <a:rPr lang="nb-NO"/>
              <a:t>Short </a:t>
            </a:r>
            <a:r>
              <a:rPr lang="nb-NO" err="1"/>
              <a:t>diffusion</a:t>
            </a:r>
            <a:r>
              <a:rPr lang="nb-NO"/>
              <a:t> </a:t>
            </a:r>
            <a:r>
              <a:rPr lang="nb-NO" err="1"/>
              <a:t>lengths</a:t>
            </a:r>
            <a:endParaRPr lang="nb-NO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If longer annealing time use Neuman (calculate the time) might touch onto it later?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Upper bound for delta t is ca 1063 -&gt; tested delta t=1090 and we start to se the </a:t>
            </a:r>
            <a:r>
              <a:rPr lang="en-GB" noProof="0" err="1"/>
              <a:t>unstability</a:t>
            </a:r>
            <a:r>
              <a:rPr lang="en-GB" noProof="0"/>
              <a:t> for the copper plot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65D46-1B84-4F8F-A33E-FCB251144AB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41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err="1"/>
              <a:t>Why</a:t>
            </a:r>
            <a:r>
              <a:rPr lang="nb-NO"/>
              <a:t> implisitt? </a:t>
            </a:r>
            <a:r>
              <a:rPr lang="nb-NO" err="1"/>
              <a:t>Unconditionally</a:t>
            </a:r>
            <a:r>
              <a:rPr lang="nb-NO"/>
              <a:t> stable </a:t>
            </a:r>
          </a:p>
          <a:p>
            <a:r>
              <a:rPr lang="nb-NO" err="1"/>
              <a:t>Stability</a:t>
            </a:r>
            <a:r>
              <a:rPr lang="nb-NO"/>
              <a:t> and </a:t>
            </a:r>
            <a:r>
              <a:rPr lang="nb-NO" err="1"/>
              <a:t>accuracy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65D46-1B84-4F8F-A33E-FCB251144AB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223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err="1"/>
              <a:t>Comparison</a:t>
            </a:r>
            <a:r>
              <a:rPr lang="nb-NO"/>
              <a:t> </a:t>
            </a:r>
            <a:r>
              <a:rPr lang="nb-NO" err="1"/>
              <a:t>of</a:t>
            </a:r>
            <a:r>
              <a:rPr lang="nb-NO"/>
              <a:t> </a:t>
            </a:r>
            <a:r>
              <a:rPr lang="nb-NO" err="1"/>
              <a:t>results</a:t>
            </a:r>
            <a:r>
              <a:rPr lang="nb-NO"/>
              <a:t> </a:t>
            </a:r>
            <a:r>
              <a:rPr lang="nb-NO" err="1"/>
              <a:t>with</a:t>
            </a:r>
            <a:r>
              <a:rPr lang="nb-NO"/>
              <a:t> 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65D46-1B84-4F8F-A33E-FCB251144AB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248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Linear </a:t>
            </a:r>
            <a:r>
              <a:rPr lang="nb-NO" err="1"/>
              <a:t>interpolation</a:t>
            </a:r>
            <a:r>
              <a:rPr lang="nb-NO"/>
              <a:t> </a:t>
            </a:r>
            <a:r>
              <a:rPr lang="nb-NO" err="1"/>
              <a:t>between</a:t>
            </a:r>
            <a:r>
              <a:rPr lang="nb-NO"/>
              <a:t> </a:t>
            </a:r>
            <a:r>
              <a:rPr lang="nb-NO" err="1"/>
              <a:t>endpoints</a:t>
            </a:r>
            <a:r>
              <a:rPr lang="nb-NO"/>
              <a:t> 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65D46-1B84-4F8F-A33E-FCB251144AB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964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 rises, D changes with time, so D·t no longer makes sense. We define tau as the integral of D over time. Since d(tau) = D(t) dt, the chain rule turns Fick's 2nd law into dC/dtau = d2C/dx2: D cancels and temperature disappears. Initial and boundary conditions are unchanged (tau = 0 at t = 0), so the isothermal solution holds with Dt replaced by tau. D grows exponentially with T, so most of the diffusion happens at the end: 83 % of tau comes in the last 10 hours, 57 % in the last 5. tau is only 20 % of the isothermal Dt, so the diffusion distance 2*sqrt(tau) is 0.13 mm instead of 0.28 mm. Equivalent to 30 h isothermal at about 900 C. The trick requires D to be independent of x. In Part 2 D-tilde depends on composition, so we must solve numerically.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gif"/><Relationship Id="rId5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49C9D-5F78-DC8D-EE9A-C83538FDC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he image shows a close-up view of a shiny, multi-layered cylindrical steel rod, surrounded by a glowing, swirling pattern, against a backdrop of industrial machinery.&#10;&#10;AI-generated content may be incorrect.">
            <a:extLst>
              <a:ext uri="{FF2B5EF4-FFF2-40B4-BE49-F238E27FC236}">
                <a16:creationId xmlns:a16="http://schemas.microsoft.com/office/drawing/2014/main" id="{CE43201C-0C2C-AE80-502A-F3CA99F1563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122B60-9FF1-90C3-6FD5-511D154BB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GB" noProof="0">
                <a:solidFill>
                  <a:srgbClr val="FFFFFF"/>
                </a:solidFill>
              </a:rPr>
              <a:t>Project 1: Diffusion in diffusion couples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9FC5C-D48D-6117-C681-25E87E7DF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GB" noProof="0">
                <a:solidFill>
                  <a:srgbClr val="FFFFFF"/>
                </a:solidFill>
              </a:rPr>
              <a:t>Isak Vooren, Vegard Stangnes, and Hedda Kjeldsen</a:t>
            </a:r>
          </a:p>
        </p:txBody>
      </p:sp>
    </p:spTree>
    <p:extLst>
      <p:ext uri="{BB962C8B-B14F-4D97-AF65-F5344CB8AC3E}">
        <p14:creationId xmlns:p14="http://schemas.microsoft.com/office/powerpoint/2010/main" val="3763275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908B-96D6-1301-DA63-B99426DD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Part 1: Self-diffusion of tracer atoms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AFBAB-FB97-1FA4-7BEA-33319FB9D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912" y="1633990"/>
            <a:ext cx="10960608" cy="2362182"/>
          </a:xfrm>
        </p:spPr>
        <p:txBody>
          <a:bodyPr>
            <a:normAutofit fontScale="92500" lnSpcReduction="10000"/>
          </a:bodyPr>
          <a:lstStyle/>
          <a:p>
            <a:r>
              <a:rPr lang="en-GB" noProof="0"/>
              <a:t>Diffusion couples		</a:t>
            </a:r>
          </a:p>
          <a:p>
            <a:pPr lvl="1">
              <a:lnSpc>
                <a:spcPct val="160000"/>
              </a:lnSpc>
            </a:pPr>
            <a:r>
              <a:rPr lang="en-GB" noProof="0"/>
              <a:t>Cu/Cu*				</a:t>
            </a:r>
          </a:p>
          <a:p>
            <a:pPr lvl="1"/>
            <a:r>
              <a:rPr lang="en-GB" noProof="0"/>
              <a:t>Ni/Ni*				</a:t>
            </a:r>
          </a:p>
          <a:p>
            <a:r>
              <a:rPr lang="en-GB" noProof="0"/>
              <a:t>T = 1000 °C</a:t>
            </a:r>
          </a:p>
          <a:p>
            <a:r>
              <a:rPr lang="en-GB" noProof="0"/>
              <a:t>Total time = 30 hr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56C9DB-A68D-95AD-4A52-5A3FD170193B}"/>
              </a:ext>
            </a:extLst>
          </p:cNvPr>
          <p:cNvSpPr/>
          <p:nvPr/>
        </p:nvSpPr>
        <p:spPr>
          <a:xfrm>
            <a:off x="1581912" y="4124339"/>
            <a:ext cx="4514088" cy="14630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16F7D08A-4512-9908-6BD8-855E3938E36F}"/>
              </a:ext>
            </a:extLst>
          </p:cNvPr>
          <p:cNvSpPr txBox="1">
            <a:spLocks/>
          </p:cNvSpPr>
          <p:nvPr/>
        </p:nvSpPr>
        <p:spPr>
          <a:xfrm>
            <a:off x="6096000" y="4124339"/>
            <a:ext cx="4514088" cy="14630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noProof="0"/>
              <a:t>B (C2)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D3768C-17EE-7721-9353-33D8BEC5852E}"/>
              </a:ext>
            </a:extLst>
          </p:cNvPr>
          <p:cNvSpPr/>
          <p:nvPr/>
        </p:nvSpPr>
        <p:spPr>
          <a:xfrm>
            <a:off x="5597652" y="3298047"/>
            <a:ext cx="996696" cy="325526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84A21D-765E-1F02-85E6-7D722B01963E}"/>
              </a:ext>
            </a:extLst>
          </p:cNvPr>
          <p:cNvSpPr txBox="1"/>
          <p:nvPr/>
        </p:nvSpPr>
        <p:spPr>
          <a:xfrm>
            <a:off x="5460492" y="6553311"/>
            <a:ext cx="156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/>
              <a:t>&lt; -2 mm -&gt;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9A21D-5665-51E1-6340-41C5D4391397}"/>
              </a:ext>
            </a:extLst>
          </p:cNvPr>
          <p:cNvSpPr txBox="1"/>
          <p:nvPr/>
        </p:nvSpPr>
        <p:spPr>
          <a:xfrm>
            <a:off x="3720084" y="4552168"/>
            <a:ext cx="1379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noProof="0"/>
              <a:t>A (C1)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6BCF20-BBA3-CFF9-A001-19A760F76E9F}"/>
                  </a:ext>
                </a:extLst>
              </p:cNvPr>
              <p:cNvSpPr txBox="1"/>
              <p:nvPr/>
            </p:nvSpPr>
            <p:spPr>
              <a:xfrm>
                <a:off x="6839712" y="1539314"/>
                <a:ext cx="4514088" cy="1545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nb-NO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b-NO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nb-NO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b-NO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 lang="nb-NO" i="1">
                                      <a:latin typeface="Cambria Math" panose="02040503050406030204" pitchFamily="18" charset="0"/>
                                    </a:rPr>
                                    <m:t>𝑅𝑇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nb-NO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𝐶𝑢</m:t>
                          </m:r>
                        </m:sub>
                      </m:sSub>
                      <m:d>
                        <m:d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nb-NO">
                          <a:latin typeface="Cambria Math" panose="02040503050406030204" pitchFamily="18" charset="0"/>
                        </a:rPr>
                        <m:t>=1.87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−13</m:t>
                          </m:r>
                        </m:sup>
                      </m:sSup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b-NO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𝑁𝑖</m:t>
                          </m:r>
                        </m:sub>
                      </m:sSub>
                      <m:d>
                        <m:d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nb-NO" i="1">
                          <a:latin typeface="Cambria Math" panose="02040503050406030204" pitchFamily="18" charset="0"/>
                        </a:rPr>
                        <m:t>=6.35⋅</m:t>
                      </m:r>
                      <m:sSup>
                        <m:sSup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−16</m:t>
                          </m:r>
                        </m:sup>
                      </m:sSup>
                      <m:sSup>
                        <m:sSup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b-NO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b-NO" i="1">
                  <a:latin typeface="Cambria Math" panose="02040503050406030204" pitchFamily="18" charset="0"/>
                </a:endParaRPr>
              </a:p>
              <a:p>
                <a:endParaRPr lang="en-GB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6BCF20-BBA3-CFF9-A001-19A760F76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712" y="1539314"/>
                <a:ext cx="4514088" cy="1545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047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F684-4D1E-361B-695F-256F9B35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i</a:t>
            </a:r>
            <a:r>
              <a:rPr lang="en-GB" noProof="0"/>
              <a:t>) Derivation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77C6E-C377-24E2-2F57-06CE12BE4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7966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C01A6-CE15-CAEA-A5C0-D00A6EBEB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ii) Analytical solution </a:t>
            </a:r>
          </a:p>
        </p:txBody>
      </p:sp>
      <p:pic>
        <p:nvPicPr>
          <p:cNvPr id="5" name="Content Placeholder 4" descr="The diagram shows a concentration profile for copper (Cu) and nickel (Ni) on a position axis over a distance of 1.00 mm, measured after a duration of 30 hours at a temperature of 1000ￂﾰC, with Cu concentration peaking at 1.0 and Ni at 0.8.&#10;&#10;AI-generated content may be incorrect.">
            <a:extLst>
              <a:ext uri="{FF2B5EF4-FFF2-40B4-BE49-F238E27FC236}">
                <a16:creationId xmlns:a16="http://schemas.microsoft.com/office/drawing/2014/main" id="{AC8CF2CC-47F2-862D-910C-2B0C709014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283" y="1690688"/>
            <a:ext cx="7226311" cy="4655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D58FCA-A2CD-7029-1D32-67CADB2C0F23}"/>
                  </a:ext>
                </a:extLst>
              </p:cNvPr>
              <p:cNvSpPr txBox="1"/>
              <p:nvPr/>
            </p:nvSpPr>
            <p:spPr>
              <a:xfrm>
                <a:off x="-692658" y="4235875"/>
                <a:ext cx="609447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18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nb-NO" sz="1800" i="1">
                              <a:latin typeface="Cambria Math" panose="02040503050406030204" pitchFamily="18" charset="0"/>
                            </a:rPr>
                            <m:t>𝐶𝑢</m:t>
                          </m:r>
                        </m:sub>
                      </m:sSub>
                      <m:d>
                        <m:dPr>
                          <m:ctrlPr>
                            <a:rPr lang="nb-N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nb-NO" sz="1800">
                          <a:latin typeface="Cambria Math" panose="02040503050406030204" pitchFamily="18" charset="0"/>
                        </a:rPr>
                        <m:t>=1.87</m:t>
                      </m:r>
                      <m:r>
                        <a:rPr lang="nb-NO" sz="18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nb-N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sz="18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nb-NO" sz="1800" i="1">
                              <a:latin typeface="Cambria Math" panose="02040503050406030204" pitchFamily="18" charset="0"/>
                            </a:rPr>
                            <m:t>−13</m:t>
                          </m:r>
                        </m:sup>
                      </m:sSup>
                    </m:oMath>
                  </m:oMathPara>
                </a14:m>
                <a:endParaRPr lang="nb-NO" sz="1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18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nb-NO" sz="1800" i="1">
                              <a:latin typeface="Cambria Math" panose="02040503050406030204" pitchFamily="18" charset="0"/>
                            </a:rPr>
                            <m:t>𝑁𝑖</m:t>
                          </m:r>
                        </m:sub>
                      </m:sSub>
                      <m:d>
                        <m:dPr>
                          <m:ctrlPr>
                            <a:rPr lang="nb-N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nb-NO" sz="1800" i="1">
                          <a:latin typeface="Cambria Math" panose="02040503050406030204" pitchFamily="18" charset="0"/>
                        </a:rPr>
                        <m:t>=6.35⋅</m:t>
                      </m:r>
                      <m:sSup>
                        <m:sSupPr>
                          <m:ctrlPr>
                            <a:rPr lang="nb-N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sz="18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nb-NO" sz="1800" i="1">
                              <a:latin typeface="Cambria Math" panose="02040503050406030204" pitchFamily="18" charset="0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GB" sz="18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D58FCA-A2CD-7029-1D32-67CADB2C0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92658" y="4235875"/>
                <a:ext cx="6094476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D17F2F-8765-EF05-07A5-AC45073217F9}"/>
                  </a:ext>
                </a:extLst>
              </p:cNvPr>
              <p:cNvSpPr txBox="1"/>
              <p:nvPr/>
            </p:nvSpPr>
            <p:spPr>
              <a:xfrm>
                <a:off x="353829" y="1907443"/>
                <a:ext cx="4470455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nb-NO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b-NO" b="0" i="0" smtClean="0">
                              <a:latin typeface="Cambria Math" panose="02040503050406030204" pitchFamily="18" charset="0"/>
                            </a:rPr>
                            <m:t>erf</m:t>
                          </m:r>
                        </m:fName>
                        <m:e>
                          <m:d>
                            <m:d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nb-NO" b="0" i="1" smtClean="0">
                                          <a:latin typeface="Cambria Math" panose="02040503050406030204" pitchFamily="18" charset="0"/>
                                        </a:rPr>
                                        <m:t>𝐷𝑡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D17F2F-8765-EF05-07A5-AC4507321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29" y="1907443"/>
                <a:ext cx="4470455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B7179DB-74A6-5182-A161-C460AF8CC6AA}"/>
              </a:ext>
            </a:extLst>
          </p:cNvPr>
          <p:cNvSpPr txBox="1"/>
          <p:nvPr/>
        </p:nvSpPr>
        <p:spPr>
          <a:xfrm>
            <a:off x="1179576" y="2967335"/>
            <a:ext cx="21739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/>
              <a:t>Initial </a:t>
            </a:r>
            <a:r>
              <a:rPr lang="nb-NO" err="1"/>
              <a:t>conditions</a:t>
            </a:r>
            <a:r>
              <a:rPr lang="nb-NO"/>
              <a:t> at  </a:t>
            </a:r>
          </a:p>
          <a:p>
            <a:r>
              <a:rPr lang="nb-NO"/>
              <a:t>C(x, t=0)=1 for x&gt;1</a:t>
            </a:r>
          </a:p>
          <a:p>
            <a:r>
              <a:rPr lang="nb-NO"/>
              <a:t>C(</a:t>
            </a:r>
            <a:r>
              <a:rPr lang="nb-NO" err="1"/>
              <a:t>x,t</a:t>
            </a:r>
            <a:r>
              <a:rPr lang="nb-NO"/>
              <a:t>=0) =0 for &lt;x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01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9150A-A010-BC7F-4EA0-D4A3C861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iii) Numerical Solution:  FDM Explicit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80AD9-DD0B-CBD7-9B5E-B6251DAF2C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49962"/>
                <a:ext cx="6754532" cy="414224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noProof="0"/>
                  <a:t>Grid</a:t>
                </a:r>
              </a:p>
              <a:p>
                <a:pPr lvl="1"/>
                <a:r>
                  <a:rPr lang="en-GB" noProof="0" err="1"/>
                  <a:t>Δx</a:t>
                </a:r>
                <a:r>
                  <a:rPr lang="en-GB" noProof="0"/>
                  <a:t>=0.02 mm</a:t>
                </a:r>
              </a:p>
              <a:p>
                <a:pPr lvl="1"/>
                <a:r>
                  <a:rPr lang="en-GB" noProof="0" err="1"/>
                  <a:t>Δt</a:t>
                </a:r>
                <a:r>
                  <a:rPr lang="en-GB" noProof="0"/>
                  <a:t>=600 s</a:t>
                </a:r>
              </a:p>
              <a:p>
                <a:pPr marL="914400" lvl="2" indent="0">
                  <a:buNone/>
                </a:pPr>
                <a:r>
                  <a:rPr lang="en-GB" noProof="0"/>
                  <a:t>Way below </a:t>
                </a:r>
                <a:r>
                  <a:rPr lang="en-GB" noProof="0" err="1"/>
                  <a:t>stbility</a:t>
                </a:r>
                <a:r>
                  <a:rPr lang="en-GB" noProof="0"/>
                  <a:t> condition of 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nb-NO" b="0" i="0" noProof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nb-NO" b="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b-NO" b="0" i="1" noProof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nb-NO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b-N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b-NO" b="0" i="0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nb-NO" b="0" i="0" noProof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nb-NO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nb-N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nb-NO" b="0" i="1" noProof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en-GB" noProof="0"/>
              </a:p>
              <a:p>
                <a:endParaRPr lang="en-GB" noProof="0"/>
              </a:p>
              <a:p>
                <a:r>
                  <a:rPr lang="en-GB" noProof="0"/>
                  <a:t>Boundary conditions</a:t>
                </a:r>
              </a:p>
              <a:p>
                <a:pPr lvl="1"/>
                <a:r>
                  <a:rPr lang="en-GB" noProof="0"/>
                  <a:t>Dirichlet, </a:t>
                </a:r>
              </a:p>
              <a:p>
                <a:pPr lvl="2"/>
                <a:r>
                  <a:rPr lang="en-GB" noProof="0"/>
                  <a:t>Diffusion lengths small compared to bar length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nb-NO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𝐶𝑢</m:t>
                        </m:r>
                      </m:sub>
                    </m:sSub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b-NO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1.8⋅</m:t>
                            </m:r>
                            <m:sSup>
                              <m:sSupPr>
                                <m:ctrlPr>
                                  <a:rPr lang="nb-NO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−13</m:t>
                                </m:r>
                              </m:sup>
                            </m:sSup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⋅30⋅3600</m:t>
                            </m:r>
                          </m:e>
                        </m:d>
                      </m:e>
                    </m:rad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=0.14 </m:t>
                    </m:r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endParaRPr lang="en-GB" noProof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nb-NO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𝑁𝑖</m:t>
                        </m:r>
                      </m:sub>
                    </m:sSub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6.35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nb-NO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  <m:r>
                                  <a:rPr lang="nb-NO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⋅30⋅3600</m:t>
                            </m:r>
                          </m:e>
                        </m:d>
                      </m:e>
                    </m:rad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=8.3 µ</m:t>
                    </m:r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noProof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80AD9-DD0B-CBD7-9B5E-B6251DAF2C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49962"/>
                <a:ext cx="6754532" cy="4142240"/>
              </a:xfrm>
              <a:blipFill>
                <a:blip r:embed="rId3"/>
                <a:stretch>
                  <a:fillRect l="-1444" t="-3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he diagram shows a concentration vs. distance plot, likely depicting the distribution of elements like copper (Cu) and nickel (Ni) in a material after isothermal annealing at 1000ￂﾰC for 30 hours.&#10;&#10;AI-generated content may be incorrect.">
            <a:extLst>
              <a:ext uri="{FF2B5EF4-FFF2-40B4-BE49-F238E27FC236}">
                <a16:creationId xmlns:a16="http://schemas.microsoft.com/office/drawing/2014/main" id="{F9B9C9B0-059C-8BB4-A782-BFE1F1C656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414" y="1374400"/>
            <a:ext cx="6527939" cy="5215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087770-09E9-B212-D4EE-6C13821C1FCA}"/>
                  </a:ext>
                </a:extLst>
              </p:cNvPr>
              <p:cNvSpPr txBox="1"/>
              <p:nvPr/>
            </p:nvSpPr>
            <p:spPr>
              <a:xfrm>
                <a:off x="457201" y="1690688"/>
                <a:ext cx="5111495" cy="651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sty m:val="p"/>
                            </m:rPr>
                            <a:rPr lang="nb-NO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sSup>
                            <m:s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b-NO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nb-NO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Sup>
                            <m:sSubSup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087770-09E9-B212-D4EE-6C13821C1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690688"/>
                <a:ext cx="5111495" cy="6519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The diagram represents a plot showing the concentration of copper (Cu) and nickel (Ni) in a sample as a function of the distance (x, in mm) during a numerical solution of isothermal annealing at 1000ￂﾰC for 30 hours.&#10;&#10;AI-generated content may be incorrect.">
            <a:extLst>
              <a:ext uri="{FF2B5EF4-FFF2-40B4-BE49-F238E27FC236}">
                <a16:creationId xmlns:a16="http://schemas.microsoft.com/office/drawing/2014/main" id="{19E9651B-E426-DE37-C488-FE5E21EBC0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847" y="1301878"/>
            <a:ext cx="6497341" cy="5190997"/>
          </a:xfrm>
          <a:prstGeom prst="rect">
            <a:avLst/>
          </a:prstGeom>
        </p:spPr>
      </p:pic>
      <p:pic>
        <p:nvPicPr>
          <p:cNvPr id="11" name="Picture 10" descr="The diagram depicts an isothermal annealing process at 1000ￂﾰC for 30 hours, showing a concentration gradient of copper (Cu) and nickel (Ni) across a 1 mm distance.&#10;&#10;AI-generated content may be incorrect.">
            <a:extLst>
              <a:ext uri="{FF2B5EF4-FFF2-40B4-BE49-F238E27FC236}">
                <a16:creationId xmlns:a16="http://schemas.microsoft.com/office/drawing/2014/main" id="{A31576AD-E4A1-3DA1-A2DB-9C3C608B7A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767" y="1364830"/>
            <a:ext cx="6479232" cy="517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6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3C24-9E3C-4BCF-44C7-FB027322C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iii) Implicit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BEEE1-B0C4-D5D8-E73F-BE3248B74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GB" noProof="0"/>
              <a:t>Why do this and not stick with explicit? </a:t>
            </a:r>
          </a:p>
          <a:p>
            <a:pPr lvl="1"/>
            <a:r>
              <a:rPr lang="en-GB" noProof="0"/>
              <a:t>Higher T gives higher D which require higher time resolution</a:t>
            </a:r>
          </a:p>
          <a:p>
            <a:pPr lvl="1"/>
            <a:r>
              <a:rPr lang="en-GB"/>
              <a:t>Implicit is unconditionally stable</a:t>
            </a:r>
          </a:p>
          <a:p>
            <a:pPr lvl="1"/>
            <a:endParaRPr lang="en-GB"/>
          </a:p>
          <a:p>
            <a:r>
              <a:rPr lang="en-GB"/>
              <a:t>Why </a:t>
            </a:r>
            <a:r>
              <a:rPr lang="en-GB" u="sng"/>
              <a:t>not </a:t>
            </a:r>
            <a:r>
              <a:rPr lang="en-GB"/>
              <a:t>do this and stick with explicit? </a:t>
            </a:r>
            <a:endParaRPr lang="en-US"/>
          </a:p>
          <a:p>
            <a:pPr lvl="1"/>
            <a:r>
              <a:rPr lang="en-GB"/>
              <a:t>Explicit is faster for shorter time steps</a:t>
            </a:r>
          </a:p>
          <a:p>
            <a:pPr lvl="1"/>
            <a:r>
              <a:rPr lang="en-GB"/>
              <a:t>Even though stability is guaranteed, accuracy is not</a:t>
            </a:r>
          </a:p>
          <a:p>
            <a:endParaRPr lang="en-GB"/>
          </a:p>
          <a:p>
            <a:pPr lvl="1"/>
            <a:endParaRPr lang="en-GB"/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24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F65E-9E21-5221-82B7-2B20E7BA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of solution for implicit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5DF24-0A40-D0C9-51CF-48C6F0DA7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1+2</m:t>
                                </m:r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1+2</m:t>
                                </m:r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1+2</m:t>
                                </m:r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1+2</m:t>
                                </m:r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/>
              </a:p>
              <a:p>
                <a:pPr marL="0" indent="0">
                  <a:buNone/>
                </a:pPr>
                <a:r>
                  <a:rPr lang="en-US" sz="2000" noProof="0"/>
                  <a:t>-This is for the Neuman condition, meaning the end points are mirrors to conserve 0 derivative at the boundaries</a:t>
                </a:r>
              </a:p>
              <a:p>
                <a:pPr marL="0" indent="0">
                  <a:buNone/>
                </a:pPr>
                <a:endParaRPr lang="en-US" sz="2000" noProof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5DF24-0A40-D0C9-51CF-48C6F0DA7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8" t="-16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0DF7ECA-612A-5FB8-B266-37B037BE718D}"/>
              </a:ext>
            </a:extLst>
          </p:cNvPr>
          <p:cNvSpPr/>
          <p:nvPr/>
        </p:nvSpPr>
        <p:spPr>
          <a:xfrm>
            <a:off x="2929944" y="1825625"/>
            <a:ext cx="1300766" cy="4152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02416-188B-BB4B-4EE6-91CDCA3119D6}"/>
              </a:ext>
            </a:extLst>
          </p:cNvPr>
          <p:cNvSpPr/>
          <p:nvPr/>
        </p:nvSpPr>
        <p:spPr>
          <a:xfrm>
            <a:off x="5100034" y="3477296"/>
            <a:ext cx="1223493" cy="47651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5731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E3F54-85AA-60C3-D5C2-651F204D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err="1"/>
              <a:t>Results</a:t>
            </a:r>
            <a:r>
              <a:rPr lang="nb-NO"/>
              <a:t> for </a:t>
            </a:r>
            <a:r>
              <a:rPr lang="nb-NO" err="1"/>
              <a:t>implicit</a:t>
            </a:r>
            <a:r>
              <a:rPr lang="nb-NO"/>
              <a:t> </a:t>
            </a:r>
            <a:r>
              <a:rPr lang="nb-NO" err="1"/>
              <a:t>solution</a:t>
            </a:r>
            <a:endParaRPr lang="nb-NO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776234-B76D-EFBB-6938-EDA7A7013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25 time </a:t>
            </a:r>
            <a:r>
              <a:rPr lang="nb-NO" err="1"/>
              <a:t>steps</a:t>
            </a:r>
            <a:r>
              <a:rPr lang="nb-NO"/>
              <a:t> gave MSE </a:t>
            </a:r>
            <a:r>
              <a:rPr lang="nb-NO" err="1"/>
              <a:t>of</a:t>
            </a:r>
            <a:r>
              <a:rPr lang="nb-NO"/>
              <a:t> ~10**-5</a:t>
            </a:r>
          </a:p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30077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8279-8F82-7A1D-2276-942B818E8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iv) Non-isothermal annealing: Dt → 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9164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212121"/>
                </a:solidFill>
              </a:rPr>
              <a:t>Accumulated diffusion</a:t>
            </a:r>
          </a:p>
        </p:txBody>
      </p:sp>
      <p:pic>
        <p:nvPicPr>
          <p:cNvPr id="4" name="Picture 3" descr="e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84831"/>
            <a:ext cx="2441562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67328" y="2240280"/>
            <a:ext cx="26517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</a:rPr>
              <a:t>Units m², same as Dt.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</a:rPr>
              <a:t>Isothermal: τ = 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1752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212121"/>
                </a:solidFill>
              </a:rPr>
              <a:t>Change of variable  </a:t>
            </a:r>
            <a:r>
              <a:rPr sz="1800" b="0" i="1">
                <a:solidFill>
                  <a:srgbClr val="212121"/>
                </a:solidFill>
              </a:rPr>
              <a:t>dτ = D(t) dt</a:t>
            </a:r>
          </a:p>
        </p:txBody>
      </p:sp>
      <p:pic>
        <p:nvPicPr>
          <p:cNvPr id="7" name="Picture 6" descr="e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56432"/>
            <a:ext cx="356995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069080"/>
            <a:ext cx="54864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212121"/>
                </a:solidFill>
              </a:rPr>
              <a:t>T has dropped out → same solution as isothermal, with </a:t>
            </a:r>
            <a:r>
              <a:rPr sz="1500" b="1" i="0">
                <a:solidFill>
                  <a:srgbClr val="212121"/>
                </a:solidFill>
              </a:rPr>
              <a:t>Dt replaced by τ</a:t>
            </a:r>
            <a:r>
              <a:rPr sz="1500" b="0" i="0">
                <a:solidFill>
                  <a:srgbClr val="212121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54880"/>
            <a:ext cx="237744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 i="0">
                <a:solidFill>
                  <a:srgbClr val="D62728"/>
                </a:solidFill>
              </a:rPr>
              <a:t>20 %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376672"/>
            <a:ext cx="23774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</a:rPr>
              <a:t>τ relative to isothermal 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4754880"/>
            <a:ext cx="2743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 i="0">
                <a:solidFill>
                  <a:srgbClr val="D62728"/>
                </a:solidFill>
              </a:rPr>
              <a:t>83 %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5376672"/>
            <a:ext cx="2743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</a:rPr>
              <a:t>of τ is gained in the last 10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43600"/>
            <a:ext cx="55778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</a:rPr>
              <a:t>Valid only because D = D(t) is the same everywhere in the bar. Not in Part 2, where D̃ = D̃(X(x)).</a:t>
            </a:r>
          </a:p>
        </p:txBody>
      </p:sp>
      <p:pic>
        <p:nvPicPr>
          <p:cNvPr id="14" name="Picture 13" descr="slide_gif_e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645920"/>
            <a:ext cx="5394960" cy="43159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6016752"/>
            <a:ext cx="5394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</a:rPr>
              <a:t>Cu* in Cu, 30 h. Analytical solution with Dt → τ(t). Plays in slideshow.</a:t>
            </a:r>
          </a:p>
        </p:txBody>
      </p:sp>
    </p:spTree>
    <p:extLst>
      <p:ext uri="{BB962C8B-B14F-4D97-AF65-F5344CB8AC3E}">
        <p14:creationId xmlns:p14="http://schemas.microsoft.com/office/powerpoint/2010/main" val="1576825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4C773-0388-0997-5141-C499A82F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Monte Carlo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C3BD8-86AF-951B-5636-2A7A6BFE2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52983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B98AB-094C-AD68-B06C-993A0BA8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Part 2: Interdiffusion (Kirkendall effect)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01572-2146-1B68-0A37-781FE3EF2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/>
              <a:t>Diffusion couple</a:t>
            </a:r>
          </a:p>
          <a:p>
            <a:pPr lvl="1"/>
            <a:r>
              <a:rPr lang="en-GB" noProof="0"/>
              <a:t>Cu/Ni</a:t>
            </a:r>
          </a:p>
          <a:p>
            <a:r>
              <a:rPr lang="en-GB"/>
              <a:t>D is composition dependent</a:t>
            </a:r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405FE2-1025-E062-1A25-06ED775C01F4}"/>
              </a:ext>
            </a:extLst>
          </p:cNvPr>
          <p:cNvSpPr/>
          <p:nvPr/>
        </p:nvSpPr>
        <p:spPr>
          <a:xfrm>
            <a:off x="1405128" y="3952588"/>
            <a:ext cx="4514088" cy="14630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E4659A7-3D1C-5C36-7BCE-6C236B5E1368}"/>
              </a:ext>
            </a:extLst>
          </p:cNvPr>
          <p:cNvSpPr txBox="1">
            <a:spLocks/>
          </p:cNvSpPr>
          <p:nvPr/>
        </p:nvSpPr>
        <p:spPr>
          <a:xfrm>
            <a:off x="5919216" y="3952588"/>
            <a:ext cx="4514088" cy="14630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nb-NO"/>
              <a:t>N</a:t>
            </a:r>
            <a:r>
              <a:rPr lang="en-GB"/>
              <a:t>i</a:t>
            </a:r>
            <a:endParaRPr lang="en-GB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2B144-6F04-141B-FC08-65429148F524}"/>
              </a:ext>
            </a:extLst>
          </p:cNvPr>
          <p:cNvSpPr/>
          <p:nvPr/>
        </p:nvSpPr>
        <p:spPr>
          <a:xfrm>
            <a:off x="5420868" y="3126296"/>
            <a:ext cx="996696" cy="325526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5027CF-3570-3FFA-3805-1B380D31091D}"/>
              </a:ext>
            </a:extLst>
          </p:cNvPr>
          <p:cNvSpPr txBox="1"/>
          <p:nvPr/>
        </p:nvSpPr>
        <p:spPr>
          <a:xfrm>
            <a:off x="5283708" y="6381560"/>
            <a:ext cx="156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/>
              <a:t>&lt; -2 mm -&gt;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C7BCF-A2E8-AD52-19C5-C617D30DBA23}"/>
              </a:ext>
            </a:extLst>
          </p:cNvPr>
          <p:cNvSpPr txBox="1"/>
          <p:nvPr/>
        </p:nvSpPr>
        <p:spPr>
          <a:xfrm>
            <a:off x="3543300" y="4380417"/>
            <a:ext cx="868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/>
              <a:t>C</a:t>
            </a:r>
            <a:r>
              <a:rPr lang="en-GB" sz="3200"/>
              <a:t>u</a:t>
            </a:r>
            <a:endParaRPr lang="en-GB" sz="3200" noProof="0"/>
          </a:p>
        </p:txBody>
      </p:sp>
    </p:spTree>
    <p:extLst>
      <p:ext uri="{BB962C8B-B14F-4D97-AF65-F5344CB8AC3E}">
        <p14:creationId xmlns:p14="http://schemas.microsoft.com/office/powerpoint/2010/main" val="67777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B523-54F0-509E-22BA-CA45A548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i</a:t>
            </a:r>
            <a:r>
              <a:rPr lang="en-GB" noProof="0"/>
              <a:t>) D vs composition </a:t>
            </a:r>
          </a:p>
        </p:txBody>
      </p:sp>
      <p:pic>
        <p:nvPicPr>
          <p:cNvPr id="5" name="Content Placeholder 4" descr="The image is a graph showing the relationship between various diffusion coefficients (Dn and Dc) and the atomic fraction of nickel (Ni) in a Cu-Ni system at a temperature of 1000ￂﾰC.&#10;&#10;AI-generated content may be incorrect.">
            <a:extLst>
              <a:ext uri="{FF2B5EF4-FFF2-40B4-BE49-F238E27FC236}">
                <a16:creationId xmlns:a16="http://schemas.microsoft.com/office/drawing/2014/main" id="{5C4D9B89-CF0F-AE25-C583-3C37ADA47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40536" y="1690688"/>
            <a:ext cx="3468624" cy="493143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E73437-7753-F6ED-81FC-853DB9475573}"/>
              </a:ext>
            </a:extLst>
          </p:cNvPr>
          <p:cNvCxnSpPr/>
          <p:nvPr/>
        </p:nvCxnSpPr>
        <p:spPr>
          <a:xfrm>
            <a:off x="1124712" y="2093976"/>
            <a:ext cx="49377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921880-8B1D-3C51-5EBC-F56F2579EA25}"/>
              </a:ext>
            </a:extLst>
          </p:cNvPr>
          <p:cNvCxnSpPr/>
          <p:nvPr/>
        </p:nvCxnSpPr>
        <p:spPr>
          <a:xfrm>
            <a:off x="1124712" y="2676144"/>
            <a:ext cx="49377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E3BCB2-997C-06F6-3578-64587F906525}"/>
              </a:ext>
            </a:extLst>
          </p:cNvPr>
          <p:cNvCxnSpPr>
            <a:cxnSpLocks/>
          </p:cNvCxnSpPr>
          <p:nvPr/>
        </p:nvCxnSpPr>
        <p:spPr>
          <a:xfrm flipH="1">
            <a:off x="4514088" y="4413504"/>
            <a:ext cx="6248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E3825D7-F65A-390B-F8FE-5F983A2764E1}"/>
              </a:ext>
            </a:extLst>
          </p:cNvPr>
          <p:cNvCxnSpPr>
            <a:cxnSpLocks/>
          </p:cNvCxnSpPr>
          <p:nvPr/>
        </p:nvCxnSpPr>
        <p:spPr>
          <a:xfrm flipH="1">
            <a:off x="4514088" y="5013960"/>
            <a:ext cx="62484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EF13CDC-FEB0-9745-6E66-DABFC481E4C1}"/>
              </a:ext>
            </a:extLst>
          </p:cNvPr>
          <p:cNvSpPr/>
          <p:nvPr/>
        </p:nvSpPr>
        <p:spPr>
          <a:xfrm>
            <a:off x="4709160" y="3182112"/>
            <a:ext cx="1508760" cy="877809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Picture 22" descr="The image displays a logarithmic plot of the diffusion coefficient versus the atomic fraction of nickel (Ni), with data points at intervals of 0.2 from -15.5 to 1.0.&#10;&#10;AI-generated content may be incorrect.">
            <a:extLst>
              <a:ext uri="{FF2B5EF4-FFF2-40B4-BE49-F238E27FC236}">
                <a16:creationId xmlns:a16="http://schemas.microsoft.com/office/drawing/2014/main" id="{1D6276E9-7AF3-3E80-FF70-71F7C9C1AD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013" y="1207004"/>
            <a:ext cx="5468123" cy="39502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487889-8FB5-AA2C-D91F-0924D1AB2DFA}"/>
                  </a:ext>
                </a:extLst>
              </p:cNvPr>
              <p:cNvSpPr txBox="1"/>
              <p:nvPr/>
            </p:nvSpPr>
            <p:spPr>
              <a:xfrm>
                <a:off x="7039996" y="5512496"/>
                <a:ext cx="27137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/>
                  <a:t>D̃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𝐶𝑢</m:t>
                        </m:r>
                      </m:sub>
                    </m:sSub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𝑁𝑖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𝑁𝑖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𝑁𝑖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487889-8FB5-AA2C-D91F-0924D1AB2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996" y="5512496"/>
                <a:ext cx="2713756" cy="276999"/>
              </a:xfrm>
              <a:prstGeom prst="rect">
                <a:avLst/>
              </a:prstGeom>
              <a:blipFill>
                <a:blip r:embed="rId5"/>
                <a:stretch>
                  <a:fillRect l="-5393" t="-28261" r="-292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84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9FDD-3C37-3140-4FA8-8A2CB2C0E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ii) Concentration profile: FDM explicit</a:t>
            </a:r>
          </a:p>
        </p:txBody>
      </p:sp>
      <p:pic>
        <p:nvPicPr>
          <p:cNvPr id="5" name="Content Placeholder 4" descr="The diagram illustrates a concentration profile for Ni and Cu elements across a position, showing varying concentrations at different time points (t = 30 hours).&#10;&#10;AI-generated content may be incorrect.">
            <a:extLst>
              <a:ext uri="{FF2B5EF4-FFF2-40B4-BE49-F238E27FC236}">
                <a16:creationId xmlns:a16="http://schemas.microsoft.com/office/drawing/2014/main" id="{10B271A1-318C-F8C5-DDB8-2BC6BB7E5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458" y="1609665"/>
            <a:ext cx="6010684" cy="48021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EC5927-90DD-9736-CB12-4FE639917086}"/>
                  </a:ext>
                </a:extLst>
              </p:cNvPr>
              <p:cNvSpPr txBox="1"/>
              <p:nvPr/>
            </p:nvSpPr>
            <p:spPr>
              <a:xfrm>
                <a:off x="-301532" y="1352165"/>
                <a:ext cx="6892723" cy="677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0" dirty="0"/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GB" i="0" dirty="0"/>
                                <m:t>D̃</m:t>
                              </m:r>
                            </m:e>
                            <m:sub>
                              <m:r>
                                <a:rPr lang="nb-NO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nb-NO" i="1" dirty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nb-NO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sSup>
                            <m:s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b-NO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nb-NO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nb-NO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nb-NO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b-NO" b="0" i="1" dirty="0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sSubSup>
                            <m:sSub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EC5927-90DD-9736-CB12-4FE639917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1532" y="1352165"/>
                <a:ext cx="6892723" cy="6770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223D92-9690-B166-B7B3-D3E8C5A3F674}"/>
                  </a:ext>
                </a:extLst>
              </p:cNvPr>
              <p:cNvSpPr txBox="1"/>
              <p:nvPr/>
            </p:nvSpPr>
            <p:spPr>
              <a:xfrm>
                <a:off x="754431" y="2414941"/>
                <a:ext cx="3538020" cy="1412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Grid</a:t>
                </a:r>
              </a:p>
              <a:p>
                <a:pPr marL="68580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2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Δx</a:t>
                </a:r>
                <a:r>
                  <a:rPr kumimoji="0" lang="en-GB" sz="2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=0.02 mm</a:t>
                </a:r>
              </a:p>
              <a:p>
                <a:pPr marL="68580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nb-NO" sz="2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Δ</m:t>
                    </m:r>
                    <m:r>
                      <a:rPr kumimoji="0" lang="nb-NO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  <m:r>
                      <a:rPr kumimoji="0" lang="nb-NO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nb-NO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nb-NO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nb-NO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nb-NO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f>
                      <m:fPr>
                        <m:ctrlPr>
                          <a:rPr kumimoji="0" lang="nb-NO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nb-NO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0" lang="nb-NO" sz="2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kumimoji="0" lang="nb-NO" sz="22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Δ</m:t>
                                </m:r>
                                <m:r>
                                  <a:rPr kumimoji="0" lang="nb-NO" sz="2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kumimoji="0" lang="nb-NO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kumimoji="0" lang="nb-NO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nb-NO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  <m:r>
                              <a:rPr kumimoji="0" lang="nb-NO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e>
                          <m:sub>
                            <m:r>
                              <a:rPr kumimoji="0" lang="nb-NO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r>
                      <a:rPr kumimoji="0" lang="nb-NO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=794 </m:t>
                    </m:r>
                    <m:r>
                      <a:rPr kumimoji="0" lang="nb-NO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𝑠</m:t>
                    </m:r>
                  </m:oMath>
                </a14:m>
                <a:endParaRPr kumimoji="0" lang="en-GB" sz="2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223D92-9690-B166-B7B3-D3E8C5A3F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31" y="2414941"/>
                <a:ext cx="3538020" cy="1412631"/>
              </a:xfrm>
              <a:prstGeom prst="rect">
                <a:avLst/>
              </a:prstGeom>
              <a:blipFill>
                <a:blip r:embed="rId4"/>
                <a:stretch>
                  <a:fillRect l="-2759" t="-6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4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319C9-7D1A-7C60-D7BD-37C7556E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1F7B-3ED7-D506-3833-938392D1F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ii) Concentration profile: FDM </a:t>
            </a:r>
            <a:r>
              <a:rPr lang="en-GB"/>
              <a:t>implicit</a:t>
            </a:r>
            <a:endParaRPr lang="en-GB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20CDEE-05D4-A695-E961-EBC0365127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noProof="0"/>
                  <a:t>Implemented implicit and semi-implicit</a:t>
                </a:r>
              </a:p>
              <a:p>
                <a:r>
                  <a:rPr lang="en-GB"/>
                  <a:t>Implicit part is done by Picard iterations</a:t>
                </a:r>
              </a:p>
              <a:p>
                <a:pPr marL="0" indent="0">
                  <a:buNone/>
                </a:pPr>
                <a:r>
                  <a:rPr lang="en-GB" noProof="0"/>
                  <a:t>-Guessing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b-NO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nb-NO" b="0" i="1" noProof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b-NO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nb-NO" b="0" i="1" noProof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nb-NO" b="0" i="1" noProof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nb-NO" b="0" i="1" noProof="0" smtClean="0">
                        <a:latin typeface="Cambria Math" panose="02040503050406030204" pitchFamily="18" charset="0"/>
                      </a:rPr>
                      <m:t> = </m:t>
                    </m:r>
                    <m:sSubSup>
                      <m:sSubSupPr>
                        <m:ctrlPr>
                          <a:rPr lang="nb-NO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nb-NO" b="0" i="1" noProof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b-NO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nb-NO" b="0" i="1" noProof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</m:oMath>
                </a14:m>
                <a:endParaRPr lang="nb-NO" b="0" noProof="0"/>
              </a:p>
              <a:p>
                <a:pPr marL="0" indent="0">
                  <a:buNone/>
                </a:pPr>
                <a:r>
                  <a:rPr lang="en-GB"/>
                  <a:t>-Iterating the resulting matrix until tolerance is low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20CDEE-05D4-A695-E961-EBC0365127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659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8265-CAC3-D544-68A7-5657821B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iii) </a:t>
            </a:r>
            <a:r>
              <a:rPr lang="nb-NO" err="1"/>
              <a:t>Implicit</a:t>
            </a:r>
            <a:r>
              <a:rPr lang="nb-NO"/>
              <a:t> </a:t>
            </a:r>
            <a:r>
              <a:rPr lang="nb-NO" err="1"/>
              <a:t>results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A0B3E-2B00-10BF-48EC-B60F12A1C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For 10 time </a:t>
            </a:r>
            <a:r>
              <a:rPr lang="nb-NO" err="1"/>
              <a:t>steps</a:t>
            </a:r>
            <a:r>
              <a:rPr lang="nb-NO"/>
              <a:t> and 100 </a:t>
            </a:r>
            <a:r>
              <a:rPr lang="nb-NO" err="1"/>
              <a:t>spacial</a:t>
            </a:r>
            <a:r>
              <a:rPr lang="nb-NO"/>
              <a:t> steps over 312 </a:t>
            </a:r>
            <a:r>
              <a:rPr lang="nb-NO" err="1"/>
              <a:t>hours</a:t>
            </a:r>
            <a:r>
              <a:rPr lang="nb-NO"/>
              <a:t>:</a:t>
            </a:r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endParaRPr lang="nb-NO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CC55A5-30EB-3477-68B3-97A8F23FE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486492"/>
              </p:ext>
            </p:extLst>
          </p:nvPr>
        </p:nvGraphicFramePr>
        <p:xfrm>
          <a:off x="956614" y="2438996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841021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32550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b="1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732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Semi-implicit (previous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~10**-1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79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Picard iteration (new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~10**-5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279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622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185DB-8DA4-FF58-20A1-7EE76B3B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iii)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50D93-CCA7-F9A3-5218-65A964133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Flux of different </a:t>
            </a:r>
            <a:r>
              <a:rPr lang="en-GB" err="1"/>
              <a:t>spicies</a:t>
            </a:r>
            <a:r>
              <a:rPr lang="en-GB"/>
              <a:t> 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84992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32CCF-5126-4442-31E1-CF27EF37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iv)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530DA-3147-8D78-5F11-9E26EC0D3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3760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549</Words>
  <Application>Microsoft Office PowerPoint</Application>
  <PresentationFormat>Widescreen</PresentationFormat>
  <Paragraphs>101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Project 1: Diffusion in diffusion couples</vt:lpstr>
      <vt:lpstr>Part 1: Self-diffusion of tracer atoms</vt:lpstr>
      <vt:lpstr>i) Derivation  </vt:lpstr>
      <vt:lpstr>ii) Analytical solution </vt:lpstr>
      <vt:lpstr>iii) Numerical Solution:  FDM Explicit</vt:lpstr>
      <vt:lpstr>iii) Implicit</vt:lpstr>
      <vt:lpstr>Method of solution for implicit</vt:lpstr>
      <vt:lpstr>Results for implicit solution</vt:lpstr>
      <vt:lpstr>iv) Non-isothermal annealing</vt:lpstr>
      <vt:lpstr>Monte Carlo</vt:lpstr>
      <vt:lpstr>Part 2: Interdiffusion (Kirkendall effect)</vt:lpstr>
      <vt:lpstr>i) D vs composition </vt:lpstr>
      <vt:lpstr>ii) Concentration profile: FDM explicit</vt:lpstr>
      <vt:lpstr>ii) Concentration profile: FDM implicit</vt:lpstr>
      <vt:lpstr>iii) Implicit results</vt:lpstr>
      <vt:lpstr>iii)</vt:lpstr>
      <vt:lpstr>iv)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Isak Vooren</dc:creator>
  <cp:lastModifiedBy>Isak Emanuel Norberg Vooren</cp:lastModifiedBy>
  <cp:revision>1</cp:revision>
  <dcterms:created xsi:type="dcterms:W3CDTF">2026-09-07T12:10:28Z</dcterms:created>
  <dcterms:modified xsi:type="dcterms:W3CDTF">2026-09-18T07:23:57Z</dcterms:modified>
</cp:coreProperties>
</file>